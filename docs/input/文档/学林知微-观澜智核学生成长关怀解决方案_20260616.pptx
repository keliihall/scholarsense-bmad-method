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57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3C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68"/>
    <p:restoredTop sz="94726"/>
  </p:normalViewPr>
  <p:slideViewPr>
    <p:cSldViewPr snapToGrid="0">
      <p:cViewPr varScale="1">
        <p:scale>
          <a:sx n="120" d="100"/>
          <a:sy n="120" d="100"/>
        </p:scale>
        <p:origin x="9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lii Hall" userId="f7828e0f0f85aff9" providerId="LiveId" clId="{C67A157E-29E2-5E4A-87CA-AF70291CFF82}"/>
    <pc:docChg chg="undo custSel modSld">
      <pc:chgData name="Kelii Hall" userId="f7828e0f0f85aff9" providerId="LiveId" clId="{C67A157E-29E2-5E4A-87CA-AF70291CFF82}" dt="2026-06-16T08:35:02.992" v="51" actId="2711"/>
      <pc:docMkLst>
        <pc:docMk/>
      </pc:docMkLst>
      <pc:sldChg chg="modSp mod">
        <pc:chgData name="Kelii Hall" userId="f7828e0f0f85aff9" providerId="LiveId" clId="{C67A157E-29E2-5E4A-87CA-AF70291CFF82}" dt="2026-06-16T08:31:05.666" v="5" actId="2711"/>
        <pc:sldMkLst>
          <pc:docMk/>
          <pc:sldMk cId="1873191015" sldId="256"/>
        </pc:sldMkLst>
        <pc:spChg chg="mod">
          <ac:chgData name="Kelii Hall" userId="f7828e0f0f85aff9" providerId="LiveId" clId="{C67A157E-29E2-5E4A-87CA-AF70291CFF82}" dt="2026-06-16T08:31:05.666" v="5" actId="2711"/>
          <ac:spMkLst>
            <pc:docMk/>
            <pc:sldMk cId="1873191015" sldId="256"/>
            <ac:spMk id="23" creationId="{BC1D131A-4948-40B9-955A-4B4C892FD9A6}"/>
          </ac:spMkLst>
        </pc:spChg>
        <pc:spChg chg="mod">
          <ac:chgData name="Kelii Hall" userId="f7828e0f0f85aff9" providerId="LiveId" clId="{C67A157E-29E2-5E4A-87CA-AF70291CFF82}" dt="2026-06-16T08:31:05.666" v="5" actId="2711"/>
          <ac:spMkLst>
            <pc:docMk/>
            <pc:sldMk cId="1873191015" sldId="256"/>
            <ac:spMk id="24" creationId="{7C644E55-7CF0-459F-8FDD-C4D1C1C48FB5}"/>
          </ac:spMkLst>
        </pc:spChg>
        <pc:spChg chg="mod">
          <ac:chgData name="Kelii Hall" userId="f7828e0f0f85aff9" providerId="LiveId" clId="{C67A157E-29E2-5E4A-87CA-AF70291CFF82}" dt="2026-06-16T08:31:05.666" v="5" actId="2711"/>
          <ac:spMkLst>
            <pc:docMk/>
            <pc:sldMk cId="1873191015" sldId="256"/>
            <ac:spMk id="25" creationId="{1358F8F6-E191-44CC-B442-04BD3CF0AEB9}"/>
          </ac:spMkLst>
        </pc:spChg>
        <pc:spChg chg="mod">
          <ac:chgData name="Kelii Hall" userId="f7828e0f0f85aff9" providerId="LiveId" clId="{C67A157E-29E2-5E4A-87CA-AF70291CFF82}" dt="2026-06-16T08:31:05.666" v="5" actId="2711"/>
          <ac:spMkLst>
            <pc:docMk/>
            <pc:sldMk cId="1873191015" sldId="256"/>
            <ac:spMk id="26" creationId="{B755448E-55FE-4012-B8BA-30069988F1CA}"/>
          </ac:spMkLst>
        </pc:spChg>
        <pc:spChg chg="mod">
          <ac:chgData name="Kelii Hall" userId="f7828e0f0f85aff9" providerId="LiveId" clId="{C67A157E-29E2-5E4A-87CA-AF70291CFF82}" dt="2026-06-16T08:31:05.666" v="5" actId="2711"/>
          <ac:spMkLst>
            <pc:docMk/>
            <pc:sldMk cId="1873191015" sldId="256"/>
            <ac:spMk id="27" creationId="{CFB5F80D-41C7-4651-9DF9-00A661EC7642}"/>
          </ac:spMkLst>
        </pc:spChg>
        <pc:spChg chg="mod">
          <ac:chgData name="Kelii Hall" userId="f7828e0f0f85aff9" providerId="LiveId" clId="{C67A157E-29E2-5E4A-87CA-AF70291CFF82}" dt="2026-06-16T08:31:05.666" v="5" actId="2711"/>
          <ac:spMkLst>
            <pc:docMk/>
            <pc:sldMk cId="1873191015" sldId="256"/>
            <ac:spMk id="30" creationId="{D16E5439-4120-498F-9504-6B62AA558BC5}"/>
          </ac:spMkLst>
        </pc:spChg>
        <pc:spChg chg="mod">
          <ac:chgData name="Kelii Hall" userId="f7828e0f0f85aff9" providerId="LiveId" clId="{C67A157E-29E2-5E4A-87CA-AF70291CFF82}" dt="2026-06-16T08:31:05.666" v="5" actId="2711"/>
          <ac:spMkLst>
            <pc:docMk/>
            <pc:sldMk cId="1873191015" sldId="256"/>
            <ac:spMk id="32" creationId="{7838AF15-1459-4178-B0F6-C4889181D1AA}"/>
          </ac:spMkLst>
        </pc:spChg>
        <pc:spChg chg="mod">
          <ac:chgData name="Kelii Hall" userId="f7828e0f0f85aff9" providerId="LiveId" clId="{C67A157E-29E2-5E4A-87CA-AF70291CFF82}" dt="2026-06-16T08:31:05.666" v="5" actId="2711"/>
          <ac:spMkLst>
            <pc:docMk/>
            <pc:sldMk cId="1873191015" sldId="256"/>
            <ac:spMk id="34" creationId="{59DB9CDB-BCE1-4990-8B3D-C1D94CD4D9C5}"/>
          </ac:spMkLst>
        </pc:spChg>
        <pc:spChg chg="mod">
          <ac:chgData name="Kelii Hall" userId="f7828e0f0f85aff9" providerId="LiveId" clId="{C67A157E-29E2-5E4A-87CA-AF70291CFF82}" dt="2026-06-16T08:31:05.666" v="5" actId="2711"/>
          <ac:spMkLst>
            <pc:docMk/>
            <pc:sldMk cId="1873191015" sldId="256"/>
            <ac:spMk id="36" creationId="{5F3FE984-DE6F-4F81-B5F2-3A461FFF5429}"/>
          </ac:spMkLst>
        </pc:spChg>
        <pc:spChg chg="mod">
          <ac:chgData name="Kelii Hall" userId="f7828e0f0f85aff9" providerId="LiveId" clId="{C67A157E-29E2-5E4A-87CA-AF70291CFF82}" dt="2026-06-16T08:31:05.666" v="5" actId="2711"/>
          <ac:spMkLst>
            <pc:docMk/>
            <pc:sldMk cId="1873191015" sldId="256"/>
            <ac:spMk id="37" creationId="{B93D582D-8AE8-459B-BBEA-CCE56BC54FBD}"/>
          </ac:spMkLst>
        </pc:spChg>
      </pc:sldChg>
      <pc:sldChg chg="modSp mod">
        <pc:chgData name="Kelii Hall" userId="f7828e0f0f85aff9" providerId="LiveId" clId="{C67A157E-29E2-5E4A-87CA-AF70291CFF82}" dt="2026-06-16T08:34:47.090" v="49" actId="2711"/>
        <pc:sldMkLst>
          <pc:docMk/>
          <pc:sldMk cId="1717200792" sldId="257"/>
        </pc:sldMkLst>
        <pc:spChg chg="mod">
          <ac:chgData name="Kelii Hall" userId="f7828e0f0f85aff9" providerId="LiveId" clId="{C67A157E-29E2-5E4A-87CA-AF70291CFF82}" dt="2026-06-16T08:34:47.090" v="49" actId="2711"/>
          <ac:spMkLst>
            <pc:docMk/>
            <pc:sldMk cId="1717200792" sldId="257"/>
            <ac:spMk id="3" creationId="{CAA4C0EB-EABD-4284-BBA4-45816A50AD65}"/>
          </ac:spMkLst>
        </pc:spChg>
        <pc:spChg chg="mod">
          <ac:chgData name="Kelii Hall" userId="f7828e0f0f85aff9" providerId="LiveId" clId="{C67A157E-29E2-5E4A-87CA-AF70291CFF82}" dt="2026-06-16T08:34:47.090" v="49" actId="2711"/>
          <ac:spMkLst>
            <pc:docMk/>
            <pc:sldMk cId="1717200792" sldId="257"/>
            <ac:spMk id="4" creationId="{C3F365E8-AE49-41CF-B3F3-137C042B671E}"/>
          </ac:spMkLst>
        </pc:spChg>
        <pc:spChg chg="mod">
          <ac:chgData name="Kelii Hall" userId="f7828e0f0f85aff9" providerId="LiveId" clId="{C67A157E-29E2-5E4A-87CA-AF70291CFF82}" dt="2026-06-16T08:34:47.090" v="49" actId="2711"/>
          <ac:spMkLst>
            <pc:docMk/>
            <pc:sldMk cId="1717200792" sldId="257"/>
            <ac:spMk id="5" creationId="{2B299A5E-2AE7-44DD-B1F5-696924BE9D97}"/>
          </ac:spMkLst>
        </pc:spChg>
        <pc:spChg chg="mod">
          <ac:chgData name="Kelii Hall" userId="f7828e0f0f85aff9" providerId="LiveId" clId="{C67A157E-29E2-5E4A-87CA-AF70291CFF82}" dt="2026-06-16T08:34:47.090" v="49" actId="2711"/>
          <ac:spMkLst>
            <pc:docMk/>
            <pc:sldMk cId="1717200792" sldId="257"/>
            <ac:spMk id="6" creationId="{12FB88C5-7A0A-437B-BB55-AAC03FD07A45}"/>
          </ac:spMkLst>
        </pc:spChg>
        <pc:spChg chg="mod">
          <ac:chgData name="Kelii Hall" userId="f7828e0f0f85aff9" providerId="LiveId" clId="{C67A157E-29E2-5E4A-87CA-AF70291CFF82}" dt="2026-06-16T08:34:47.090" v="49" actId="2711"/>
          <ac:spMkLst>
            <pc:docMk/>
            <pc:sldMk cId="1717200792" sldId="257"/>
            <ac:spMk id="7" creationId="{5FD865D3-3B80-45F9-A17B-3F2BC22786F9}"/>
          </ac:spMkLst>
        </pc:spChg>
        <pc:spChg chg="mod">
          <ac:chgData name="Kelii Hall" userId="f7828e0f0f85aff9" providerId="LiveId" clId="{C67A157E-29E2-5E4A-87CA-AF70291CFF82}" dt="2026-06-16T08:34:47.090" v="49" actId="2711"/>
          <ac:spMkLst>
            <pc:docMk/>
            <pc:sldMk cId="1717200792" sldId="257"/>
            <ac:spMk id="20" creationId="{0E5E61AE-0E4D-4B66-9140-1D0831C44A5F}"/>
          </ac:spMkLst>
        </pc:spChg>
        <pc:spChg chg="mod">
          <ac:chgData name="Kelii Hall" userId="f7828e0f0f85aff9" providerId="LiveId" clId="{C67A157E-29E2-5E4A-87CA-AF70291CFF82}" dt="2026-06-16T08:34:47.090" v="49" actId="2711"/>
          <ac:spMkLst>
            <pc:docMk/>
            <pc:sldMk cId="1717200792" sldId="257"/>
            <ac:spMk id="22" creationId="{DFDD9CB1-51B3-4FEB-A83C-A42CEADB7DF3}"/>
          </ac:spMkLst>
        </pc:spChg>
        <pc:spChg chg="mod">
          <ac:chgData name="Kelii Hall" userId="f7828e0f0f85aff9" providerId="LiveId" clId="{C67A157E-29E2-5E4A-87CA-AF70291CFF82}" dt="2026-06-16T08:34:47.090" v="49" actId="2711"/>
          <ac:spMkLst>
            <pc:docMk/>
            <pc:sldMk cId="1717200792" sldId="257"/>
            <ac:spMk id="23" creationId="{B86AA854-2188-4B8F-AA03-6071ABB12C56}"/>
          </ac:spMkLst>
        </pc:spChg>
        <pc:spChg chg="mod">
          <ac:chgData name="Kelii Hall" userId="f7828e0f0f85aff9" providerId="LiveId" clId="{C67A157E-29E2-5E4A-87CA-AF70291CFF82}" dt="2026-06-16T08:34:47.090" v="49" actId="2711"/>
          <ac:spMkLst>
            <pc:docMk/>
            <pc:sldMk cId="1717200792" sldId="257"/>
            <ac:spMk id="24" creationId="{0E8ACD60-12BE-477D-BE85-7EF27D5DC6DD}"/>
          </ac:spMkLst>
        </pc:spChg>
        <pc:spChg chg="mod">
          <ac:chgData name="Kelii Hall" userId="f7828e0f0f85aff9" providerId="LiveId" clId="{C67A157E-29E2-5E4A-87CA-AF70291CFF82}" dt="2026-06-16T08:34:47.090" v="49" actId="2711"/>
          <ac:spMkLst>
            <pc:docMk/>
            <pc:sldMk cId="1717200792" sldId="257"/>
            <ac:spMk id="26" creationId="{27D6AE9F-840B-4C85-BC21-0C0A2E12893F}"/>
          </ac:spMkLst>
        </pc:spChg>
      </pc:sldChg>
      <pc:sldChg chg="modSp mod">
        <pc:chgData name="Kelii Hall" userId="f7828e0f0f85aff9" providerId="LiveId" clId="{C67A157E-29E2-5E4A-87CA-AF70291CFF82}" dt="2026-06-16T08:31:20.182" v="6" actId="2711"/>
        <pc:sldMkLst>
          <pc:docMk/>
          <pc:sldMk cId="976122215" sldId="258"/>
        </pc:sldMkLst>
        <pc:spChg chg="mod">
          <ac:chgData name="Kelii Hall" userId="f7828e0f0f85aff9" providerId="LiveId" clId="{C67A157E-29E2-5E4A-87CA-AF70291CFF82}" dt="2026-06-16T08:31:20.182" v="6" actId="2711"/>
          <ac:spMkLst>
            <pc:docMk/>
            <pc:sldMk cId="976122215" sldId="258"/>
            <ac:spMk id="3" creationId="{9CF1E2E3-A13A-486B-BB74-2D43EDDA3820}"/>
          </ac:spMkLst>
        </pc:spChg>
        <pc:spChg chg="mod">
          <ac:chgData name="Kelii Hall" userId="f7828e0f0f85aff9" providerId="LiveId" clId="{C67A157E-29E2-5E4A-87CA-AF70291CFF82}" dt="2026-06-16T08:31:20.182" v="6" actId="2711"/>
          <ac:spMkLst>
            <pc:docMk/>
            <pc:sldMk cId="976122215" sldId="258"/>
            <ac:spMk id="4" creationId="{0249B13E-6BAE-46CC-917C-95A956FAE136}"/>
          </ac:spMkLst>
        </pc:spChg>
        <pc:spChg chg="mod">
          <ac:chgData name="Kelii Hall" userId="f7828e0f0f85aff9" providerId="LiveId" clId="{C67A157E-29E2-5E4A-87CA-AF70291CFF82}" dt="2026-06-16T08:31:20.182" v="6" actId="2711"/>
          <ac:spMkLst>
            <pc:docMk/>
            <pc:sldMk cId="976122215" sldId="258"/>
            <ac:spMk id="5" creationId="{2D0D8741-9716-479B-8999-A777009D4C43}"/>
          </ac:spMkLst>
        </pc:spChg>
        <pc:spChg chg="mod">
          <ac:chgData name="Kelii Hall" userId="f7828e0f0f85aff9" providerId="LiveId" clId="{C67A157E-29E2-5E4A-87CA-AF70291CFF82}" dt="2026-06-16T08:31:20.182" v="6" actId="2711"/>
          <ac:spMkLst>
            <pc:docMk/>
            <pc:sldMk cId="976122215" sldId="258"/>
            <ac:spMk id="34" creationId="{85D908A7-9960-48D8-98DC-3A42F3A32BE4}"/>
          </ac:spMkLst>
        </pc:spChg>
        <pc:spChg chg="mod">
          <ac:chgData name="Kelii Hall" userId="f7828e0f0f85aff9" providerId="LiveId" clId="{C67A157E-29E2-5E4A-87CA-AF70291CFF82}" dt="2026-06-16T08:31:20.182" v="6" actId="2711"/>
          <ac:spMkLst>
            <pc:docMk/>
            <pc:sldMk cId="976122215" sldId="258"/>
            <ac:spMk id="35" creationId="{606E2743-9E31-4C66-89AF-E77CAA60B826}"/>
          </ac:spMkLst>
        </pc:spChg>
        <pc:spChg chg="mod">
          <ac:chgData name="Kelii Hall" userId="f7828e0f0f85aff9" providerId="LiveId" clId="{C67A157E-29E2-5E4A-87CA-AF70291CFF82}" dt="2026-06-16T08:31:20.182" v="6" actId="2711"/>
          <ac:spMkLst>
            <pc:docMk/>
            <pc:sldMk cId="976122215" sldId="258"/>
            <ac:spMk id="39" creationId="{2E542D88-BF36-4E1C-8AA3-69EC19788C2C}"/>
          </ac:spMkLst>
        </pc:spChg>
        <pc:spChg chg="mod">
          <ac:chgData name="Kelii Hall" userId="f7828e0f0f85aff9" providerId="LiveId" clId="{C67A157E-29E2-5E4A-87CA-AF70291CFF82}" dt="2026-06-16T08:31:20.182" v="6" actId="2711"/>
          <ac:spMkLst>
            <pc:docMk/>
            <pc:sldMk cId="976122215" sldId="258"/>
            <ac:spMk id="40" creationId="{2AA5FC14-A5AC-44BE-9128-DBABE25D0660}"/>
          </ac:spMkLst>
        </pc:spChg>
        <pc:spChg chg="mod">
          <ac:chgData name="Kelii Hall" userId="f7828e0f0f85aff9" providerId="LiveId" clId="{C67A157E-29E2-5E4A-87CA-AF70291CFF82}" dt="2026-06-16T08:31:20.182" v="6" actId="2711"/>
          <ac:spMkLst>
            <pc:docMk/>
            <pc:sldMk cId="976122215" sldId="258"/>
            <ac:spMk id="44" creationId="{41915645-ECCD-4147-B9BF-3893F7B0CBBF}"/>
          </ac:spMkLst>
        </pc:spChg>
        <pc:spChg chg="mod">
          <ac:chgData name="Kelii Hall" userId="f7828e0f0f85aff9" providerId="LiveId" clId="{C67A157E-29E2-5E4A-87CA-AF70291CFF82}" dt="2026-06-16T08:31:20.182" v="6" actId="2711"/>
          <ac:spMkLst>
            <pc:docMk/>
            <pc:sldMk cId="976122215" sldId="258"/>
            <ac:spMk id="45" creationId="{17F6A052-494D-4EE4-B8DF-770E31AD7D0B}"/>
          </ac:spMkLst>
        </pc:spChg>
        <pc:spChg chg="mod">
          <ac:chgData name="Kelii Hall" userId="f7828e0f0f85aff9" providerId="LiveId" clId="{C67A157E-29E2-5E4A-87CA-AF70291CFF82}" dt="2026-06-16T08:31:20.182" v="6" actId="2711"/>
          <ac:spMkLst>
            <pc:docMk/>
            <pc:sldMk cId="976122215" sldId="258"/>
            <ac:spMk id="46" creationId="{9BAAF608-4D7E-443A-B491-A32909DCB22C}"/>
          </ac:spMkLst>
        </pc:spChg>
      </pc:sldChg>
      <pc:sldChg chg="modSp mod">
        <pc:chgData name="Kelii Hall" userId="f7828e0f0f85aff9" providerId="LiveId" clId="{C67A157E-29E2-5E4A-87CA-AF70291CFF82}" dt="2026-06-16T08:31:28.795" v="7" actId="2711"/>
        <pc:sldMkLst>
          <pc:docMk/>
          <pc:sldMk cId="196749669" sldId="260"/>
        </pc:sldMkLst>
        <pc:spChg chg="mod">
          <ac:chgData name="Kelii Hall" userId="f7828e0f0f85aff9" providerId="LiveId" clId="{C67A157E-29E2-5E4A-87CA-AF70291CFF82}" dt="2026-06-16T08:31:28.795" v="7" actId="2711"/>
          <ac:spMkLst>
            <pc:docMk/>
            <pc:sldMk cId="196749669" sldId="260"/>
            <ac:spMk id="4" creationId="{B054710E-E31B-4380-A98B-8D91B33A7FC7}"/>
          </ac:spMkLst>
        </pc:spChg>
        <pc:spChg chg="mod">
          <ac:chgData name="Kelii Hall" userId="f7828e0f0f85aff9" providerId="LiveId" clId="{C67A157E-29E2-5E4A-87CA-AF70291CFF82}" dt="2026-06-16T08:31:28.795" v="7" actId="2711"/>
          <ac:spMkLst>
            <pc:docMk/>
            <pc:sldMk cId="196749669" sldId="260"/>
            <ac:spMk id="5" creationId="{5E8F14ED-5051-412A-8204-3139697DAA94}"/>
          </ac:spMkLst>
        </pc:spChg>
        <pc:spChg chg="mod">
          <ac:chgData name="Kelii Hall" userId="f7828e0f0f85aff9" providerId="LiveId" clId="{C67A157E-29E2-5E4A-87CA-AF70291CFF82}" dt="2026-06-16T08:31:28.795" v="7" actId="2711"/>
          <ac:spMkLst>
            <pc:docMk/>
            <pc:sldMk cId="196749669" sldId="260"/>
            <ac:spMk id="9" creationId="{CA3F5600-0E77-4BFF-BAE2-0C93D2250C49}"/>
          </ac:spMkLst>
        </pc:spChg>
        <pc:spChg chg="mod">
          <ac:chgData name="Kelii Hall" userId="f7828e0f0f85aff9" providerId="LiveId" clId="{C67A157E-29E2-5E4A-87CA-AF70291CFF82}" dt="2026-06-16T08:31:28.795" v="7" actId="2711"/>
          <ac:spMkLst>
            <pc:docMk/>
            <pc:sldMk cId="196749669" sldId="260"/>
            <ac:spMk id="10" creationId="{B13D3002-8EEF-44DF-9C2F-577C6FDC863D}"/>
          </ac:spMkLst>
        </pc:spChg>
        <pc:spChg chg="mod">
          <ac:chgData name="Kelii Hall" userId="f7828e0f0f85aff9" providerId="LiveId" clId="{C67A157E-29E2-5E4A-87CA-AF70291CFF82}" dt="2026-06-16T08:31:28.795" v="7" actId="2711"/>
          <ac:spMkLst>
            <pc:docMk/>
            <pc:sldMk cId="196749669" sldId="260"/>
            <ac:spMk id="13" creationId="{1BA3095E-4528-4A88-B2E2-8B4576894A16}"/>
          </ac:spMkLst>
        </pc:spChg>
        <pc:spChg chg="mod">
          <ac:chgData name="Kelii Hall" userId="f7828e0f0f85aff9" providerId="LiveId" clId="{C67A157E-29E2-5E4A-87CA-AF70291CFF82}" dt="2026-06-16T08:31:28.795" v="7" actId="2711"/>
          <ac:spMkLst>
            <pc:docMk/>
            <pc:sldMk cId="196749669" sldId="260"/>
            <ac:spMk id="16" creationId="{6A89E141-9460-4364-8AE4-CAA33A0B5A81}"/>
          </ac:spMkLst>
        </pc:spChg>
        <pc:spChg chg="mod">
          <ac:chgData name="Kelii Hall" userId="f7828e0f0f85aff9" providerId="LiveId" clId="{C67A157E-29E2-5E4A-87CA-AF70291CFF82}" dt="2026-06-16T08:31:28.795" v="7" actId="2711"/>
          <ac:spMkLst>
            <pc:docMk/>
            <pc:sldMk cId="196749669" sldId="260"/>
            <ac:spMk id="19" creationId="{5A5602EA-F56A-462B-A23C-6CB9C385C268}"/>
          </ac:spMkLst>
        </pc:spChg>
        <pc:spChg chg="mod">
          <ac:chgData name="Kelii Hall" userId="f7828e0f0f85aff9" providerId="LiveId" clId="{C67A157E-29E2-5E4A-87CA-AF70291CFF82}" dt="2026-06-16T08:31:28.795" v="7" actId="2711"/>
          <ac:spMkLst>
            <pc:docMk/>
            <pc:sldMk cId="196749669" sldId="260"/>
            <ac:spMk id="25" creationId="{B9304591-78F3-4266-8641-9B558B6D109F}"/>
          </ac:spMkLst>
        </pc:spChg>
        <pc:spChg chg="mod">
          <ac:chgData name="Kelii Hall" userId="f7828e0f0f85aff9" providerId="LiveId" clId="{C67A157E-29E2-5E4A-87CA-AF70291CFF82}" dt="2026-06-16T08:31:28.795" v="7" actId="2711"/>
          <ac:spMkLst>
            <pc:docMk/>
            <pc:sldMk cId="196749669" sldId="260"/>
            <ac:spMk id="34" creationId="{C2821DE5-F8EC-489F-B7AA-806C62922502}"/>
          </ac:spMkLst>
        </pc:spChg>
        <pc:spChg chg="mod">
          <ac:chgData name="Kelii Hall" userId="f7828e0f0f85aff9" providerId="LiveId" clId="{C67A157E-29E2-5E4A-87CA-AF70291CFF82}" dt="2026-06-16T08:31:28.795" v="7" actId="2711"/>
          <ac:spMkLst>
            <pc:docMk/>
            <pc:sldMk cId="196749669" sldId="260"/>
            <ac:spMk id="37" creationId="{18FB6AB7-A4A5-4A2A-9C1F-6783A0FB4D52}"/>
          </ac:spMkLst>
        </pc:spChg>
      </pc:sldChg>
      <pc:sldChg chg="modSp mod">
        <pc:chgData name="Kelii Hall" userId="f7828e0f0f85aff9" providerId="LiveId" clId="{C67A157E-29E2-5E4A-87CA-AF70291CFF82}" dt="2026-06-16T08:31:44.345" v="10" actId="2711"/>
        <pc:sldMkLst>
          <pc:docMk/>
          <pc:sldMk cId="1553381287" sldId="261"/>
        </pc:sldMkLst>
        <pc:spChg chg="mod">
          <ac:chgData name="Kelii Hall" userId="f7828e0f0f85aff9" providerId="LiveId" clId="{C67A157E-29E2-5E4A-87CA-AF70291CFF82}" dt="2026-06-16T08:31:44.345" v="10" actId="2711"/>
          <ac:spMkLst>
            <pc:docMk/>
            <pc:sldMk cId="1553381287" sldId="261"/>
            <ac:spMk id="3" creationId="{20692059-6B3C-48EE-B637-59C06E2808E5}"/>
          </ac:spMkLst>
        </pc:spChg>
        <pc:spChg chg="mod">
          <ac:chgData name="Kelii Hall" userId="f7828e0f0f85aff9" providerId="LiveId" clId="{C67A157E-29E2-5E4A-87CA-AF70291CFF82}" dt="2026-06-16T08:31:44.345" v="10" actId="2711"/>
          <ac:spMkLst>
            <pc:docMk/>
            <pc:sldMk cId="1553381287" sldId="261"/>
            <ac:spMk id="6" creationId="{E2AC55BE-FB05-4677-B0B5-F2FF08E8E957}"/>
          </ac:spMkLst>
        </pc:spChg>
        <pc:spChg chg="mod">
          <ac:chgData name="Kelii Hall" userId="f7828e0f0f85aff9" providerId="LiveId" clId="{C67A157E-29E2-5E4A-87CA-AF70291CFF82}" dt="2026-06-16T08:31:44.345" v="10" actId="2711"/>
          <ac:spMkLst>
            <pc:docMk/>
            <pc:sldMk cId="1553381287" sldId="261"/>
            <ac:spMk id="10" creationId="{FCF39578-1C00-4BCD-9A11-6F2C2984C752}"/>
          </ac:spMkLst>
        </pc:spChg>
        <pc:spChg chg="mod">
          <ac:chgData name="Kelii Hall" userId="f7828e0f0f85aff9" providerId="LiveId" clId="{C67A157E-29E2-5E4A-87CA-AF70291CFF82}" dt="2026-06-16T08:31:44.345" v="10" actId="2711"/>
          <ac:spMkLst>
            <pc:docMk/>
            <pc:sldMk cId="1553381287" sldId="261"/>
            <ac:spMk id="14" creationId="{F8A8E923-0A07-4832-A84D-7F3EE99BC358}"/>
          </ac:spMkLst>
        </pc:spChg>
        <pc:spChg chg="mod">
          <ac:chgData name="Kelii Hall" userId="f7828e0f0f85aff9" providerId="LiveId" clId="{C67A157E-29E2-5E4A-87CA-AF70291CFF82}" dt="2026-06-16T08:31:44.345" v="10" actId="2711"/>
          <ac:spMkLst>
            <pc:docMk/>
            <pc:sldMk cId="1553381287" sldId="261"/>
            <ac:spMk id="25" creationId="{5F3DE607-E09C-4DBD-9B2E-00B119AA853A}"/>
          </ac:spMkLst>
        </pc:spChg>
        <pc:spChg chg="mod">
          <ac:chgData name="Kelii Hall" userId="f7828e0f0f85aff9" providerId="LiveId" clId="{C67A157E-29E2-5E4A-87CA-AF70291CFF82}" dt="2026-06-16T08:31:44.345" v="10" actId="2711"/>
          <ac:spMkLst>
            <pc:docMk/>
            <pc:sldMk cId="1553381287" sldId="261"/>
            <ac:spMk id="29" creationId="{CFB8FB49-FA42-4CC0-81D5-08633FCFB4F6}"/>
          </ac:spMkLst>
        </pc:spChg>
        <pc:spChg chg="mod">
          <ac:chgData name="Kelii Hall" userId="f7828e0f0f85aff9" providerId="LiveId" clId="{C67A157E-29E2-5E4A-87CA-AF70291CFF82}" dt="2026-06-16T08:31:44.345" v="10" actId="2711"/>
          <ac:spMkLst>
            <pc:docMk/>
            <pc:sldMk cId="1553381287" sldId="261"/>
            <ac:spMk id="30" creationId="{3D2224DD-890C-4E75-B5B2-651392FE8855}"/>
          </ac:spMkLst>
        </pc:spChg>
        <pc:spChg chg="mod">
          <ac:chgData name="Kelii Hall" userId="f7828e0f0f85aff9" providerId="LiveId" clId="{C67A157E-29E2-5E4A-87CA-AF70291CFF82}" dt="2026-06-16T08:31:44.345" v="10" actId="2711"/>
          <ac:spMkLst>
            <pc:docMk/>
            <pc:sldMk cId="1553381287" sldId="261"/>
            <ac:spMk id="33" creationId="{C1116E51-794D-4628-B5E9-E7AC63BA76D4}"/>
          </ac:spMkLst>
        </pc:spChg>
        <pc:spChg chg="mod">
          <ac:chgData name="Kelii Hall" userId="f7828e0f0f85aff9" providerId="LiveId" clId="{C67A157E-29E2-5E4A-87CA-AF70291CFF82}" dt="2026-06-16T08:31:44.345" v="10" actId="2711"/>
          <ac:spMkLst>
            <pc:docMk/>
            <pc:sldMk cId="1553381287" sldId="261"/>
            <ac:spMk id="34" creationId="{415556B9-E6A7-4A7E-A8EA-B0FF22A2FF7A}"/>
          </ac:spMkLst>
        </pc:spChg>
        <pc:spChg chg="mod">
          <ac:chgData name="Kelii Hall" userId="f7828e0f0f85aff9" providerId="LiveId" clId="{C67A157E-29E2-5E4A-87CA-AF70291CFF82}" dt="2026-06-16T08:31:44.345" v="10" actId="2711"/>
          <ac:spMkLst>
            <pc:docMk/>
            <pc:sldMk cId="1553381287" sldId="261"/>
            <ac:spMk id="35" creationId="{427AF044-AB31-44A7-BF92-1887BEC72C5F}"/>
          </ac:spMkLst>
        </pc:spChg>
        <pc:spChg chg="mod">
          <ac:chgData name="Kelii Hall" userId="f7828e0f0f85aff9" providerId="LiveId" clId="{C67A157E-29E2-5E4A-87CA-AF70291CFF82}" dt="2026-06-16T08:31:39.084" v="9" actId="1076"/>
          <ac:spMkLst>
            <pc:docMk/>
            <pc:sldMk cId="1553381287" sldId="261"/>
            <ac:spMk id="36" creationId="{C241A9EB-01B9-4D41-A824-29D5440FBE9D}"/>
          </ac:spMkLst>
        </pc:spChg>
      </pc:sldChg>
      <pc:sldChg chg="modSp mod">
        <pc:chgData name="Kelii Hall" userId="f7828e0f0f85aff9" providerId="LiveId" clId="{C67A157E-29E2-5E4A-87CA-AF70291CFF82}" dt="2026-06-16T08:31:54.848" v="11" actId="2711"/>
        <pc:sldMkLst>
          <pc:docMk/>
          <pc:sldMk cId="165891773" sldId="262"/>
        </pc:sldMkLst>
        <pc:spChg chg="mod">
          <ac:chgData name="Kelii Hall" userId="f7828e0f0f85aff9" providerId="LiveId" clId="{C67A157E-29E2-5E4A-87CA-AF70291CFF82}" dt="2026-06-16T08:31:54.848" v="11" actId="2711"/>
          <ac:spMkLst>
            <pc:docMk/>
            <pc:sldMk cId="165891773" sldId="262"/>
            <ac:spMk id="26" creationId="{58BC97AC-C090-44A3-B01E-F78F6CF9032E}"/>
          </ac:spMkLst>
        </pc:spChg>
        <pc:spChg chg="mod">
          <ac:chgData name="Kelii Hall" userId="f7828e0f0f85aff9" providerId="LiveId" clId="{C67A157E-29E2-5E4A-87CA-AF70291CFF82}" dt="2026-06-16T08:31:54.848" v="11" actId="2711"/>
          <ac:spMkLst>
            <pc:docMk/>
            <pc:sldMk cId="165891773" sldId="262"/>
            <ac:spMk id="28" creationId="{A320C1D2-DC4A-4A81-B998-18DECC4C3095}"/>
          </ac:spMkLst>
        </pc:spChg>
        <pc:spChg chg="mod">
          <ac:chgData name="Kelii Hall" userId="f7828e0f0f85aff9" providerId="LiveId" clId="{C67A157E-29E2-5E4A-87CA-AF70291CFF82}" dt="2026-06-16T08:31:54.848" v="11" actId="2711"/>
          <ac:spMkLst>
            <pc:docMk/>
            <pc:sldMk cId="165891773" sldId="262"/>
            <ac:spMk id="30" creationId="{A2E66F00-603E-46D4-BBA1-A391FE5156A8}"/>
          </ac:spMkLst>
        </pc:spChg>
        <pc:spChg chg="mod">
          <ac:chgData name="Kelii Hall" userId="f7828e0f0f85aff9" providerId="LiveId" clId="{C67A157E-29E2-5E4A-87CA-AF70291CFF82}" dt="2026-06-16T08:31:54.848" v="11" actId="2711"/>
          <ac:spMkLst>
            <pc:docMk/>
            <pc:sldMk cId="165891773" sldId="262"/>
            <ac:spMk id="32" creationId="{D2E221E3-2B3B-4068-B79B-5E4885471E59}"/>
          </ac:spMkLst>
        </pc:spChg>
        <pc:spChg chg="mod">
          <ac:chgData name="Kelii Hall" userId="f7828e0f0f85aff9" providerId="LiveId" clId="{C67A157E-29E2-5E4A-87CA-AF70291CFF82}" dt="2026-06-16T08:31:54.848" v="11" actId="2711"/>
          <ac:spMkLst>
            <pc:docMk/>
            <pc:sldMk cId="165891773" sldId="262"/>
            <ac:spMk id="34" creationId="{A76ACBA6-CC6D-4B48-A538-B474A47E9042}"/>
          </ac:spMkLst>
        </pc:spChg>
        <pc:spChg chg="mod">
          <ac:chgData name="Kelii Hall" userId="f7828e0f0f85aff9" providerId="LiveId" clId="{C67A157E-29E2-5E4A-87CA-AF70291CFF82}" dt="2026-06-16T08:31:54.848" v="11" actId="2711"/>
          <ac:spMkLst>
            <pc:docMk/>
            <pc:sldMk cId="165891773" sldId="262"/>
            <ac:spMk id="36" creationId="{EF2750B9-F789-47ED-9A42-F1A5189AD2FD}"/>
          </ac:spMkLst>
        </pc:spChg>
        <pc:spChg chg="mod">
          <ac:chgData name="Kelii Hall" userId="f7828e0f0f85aff9" providerId="LiveId" clId="{C67A157E-29E2-5E4A-87CA-AF70291CFF82}" dt="2026-06-16T08:31:54.848" v="11" actId="2711"/>
          <ac:spMkLst>
            <pc:docMk/>
            <pc:sldMk cId="165891773" sldId="262"/>
            <ac:spMk id="38" creationId="{F2E06BA0-10DA-41A3-958C-7255E2C6B71D}"/>
          </ac:spMkLst>
        </pc:spChg>
        <pc:spChg chg="mod">
          <ac:chgData name="Kelii Hall" userId="f7828e0f0f85aff9" providerId="LiveId" clId="{C67A157E-29E2-5E4A-87CA-AF70291CFF82}" dt="2026-06-16T08:31:54.848" v="11" actId="2711"/>
          <ac:spMkLst>
            <pc:docMk/>
            <pc:sldMk cId="165891773" sldId="262"/>
            <ac:spMk id="40" creationId="{4C2252F2-15B5-40CF-97DF-137F1909E1BE}"/>
          </ac:spMkLst>
        </pc:spChg>
        <pc:spChg chg="mod">
          <ac:chgData name="Kelii Hall" userId="f7828e0f0f85aff9" providerId="LiveId" clId="{C67A157E-29E2-5E4A-87CA-AF70291CFF82}" dt="2026-06-16T08:31:54.848" v="11" actId="2711"/>
          <ac:spMkLst>
            <pc:docMk/>
            <pc:sldMk cId="165891773" sldId="262"/>
            <ac:spMk id="41" creationId="{46120438-A9A0-4938-A095-D7A5ACD25D2E}"/>
          </ac:spMkLst>
        </pc:spChg>
        <pc:spChg chg="mod">
          <ac:chgData name="Kelii Hall" userId="f7828e0f0f85aff9" providerId="LiveId" clId="{C67A157E-29E2-5E4A-87CA-AF70291CFF82}" dt="2026-06-16T08:31:54.848" v="11" actId="2711"/>
          <ac:spMkLst>
            <pc:docMk/>
            <pc:sldMk cId="165891773" sldId="262"/>
            <ac:spMk id="43" creationId="{52BDE2C7-DF32-4074-93E9-9251C8C5E523}"/>
          </ac:spMkLst>
        </pc:spChg>
      </pc:sldChg>
      <pc:sldChg chg="modSp mod">
        <pc:chgData name="Kelii Hall" userId="f7828e0f0f85aff9" providerId="LiveId" clId="{C67A157E-29E2-5E4A-87CA-AF70291CFF82}" dt="2026-06-16T08:32:05.629" v="12" actId="2711"/>
        <pc:sldMkLst>
          <pc:docMk/>
          <pc:sldMk cId="738688754" sldId="263"/>
        </pc:sldMkLst>
        <pc:spChg chg="mod">
          <ac:chgData name="Kelii Hall" userId="f7828e0f0f85aff9" providerId="LiveId" clId="{C67A157E-29E2-5E4A-87CA-AF70291CFF82}" dt="2026-06-16T08:32:05.629" v="12" actId="2711"/>
          <ac:spMkLst>
            <pc:docMk/>
            <pc:sldMk cId="738688754" sldId="263"/>
            <ac:spMk id="3" creationId="{09BF363E-2A2F-4EB3-8419-95753650EADB}"/>
          </ac:spMkLst>
        </pc:spChg>
        <pc:spChg chg="mod">
          <ac:chgData name="Kelii Hall" userId="f7828e0f0f85aff9" providerId="LiveId" clId="{C67A157E-29E2-5E4A-87CA-AF70291CFF82}" dt="2026-06-16T08:32:05.629" v="12" actId="2711"/>
          <ac:spMkLst>
            <pc:docMk/>
            <pc:sldMk cId="738688754" sldId="263"/>
            <ac:spMk id="9" creationId="{993E5806-40A5-48BE-A869-22F397EF77ED}"/>
          </ac:spMkLst>
        </pc:spChg>
        <pc:spChg chg="mod">
          <ac:chgData name="Kelii Hall" userId="f7828e0f0f85aff9" providerId="LiveId" clId="{C67A157E-29E2-5E4A-87CA-AF70291CFF82}" dt="2026-06-16T08:32:05.629" v="12" actId="2711"/>
          <ac:spMkLst>
            <pc:docMk/>
            <pc:sldMk cId="738688754" sldId="263"/>
            <ac:spMk id="11" creationId="{51A15698-F47F-43F4-B6D4-222CE515197A}"/>
          </ac:spMkLst>
        </pc:spChg>
        <pc:spChg chg="mod">
          <ac:chgData name="Kelii Hall" userId="f7828e0f0f85aff9" providerId="LiveId" clId="{C67A157E-29E2-5E4A-87CA-AF70291CFF82}" dt="2026-06-16T08:32:05.629" v="12" actId="2711"/>
          <ac:spMkLst>
            <pc:docMk/>
            <pc:sldMk cId="738688754" sldId="263"/>
            <ac:spMk id="20" creationId="{307EE4E4-F3C9-4E3E-919A-51AFC4C4F300}"/>
          </ac:spMkLst>
        </pc:spChg>
        <pc:spChg chg="mod">
          <ac:chgData name="Kelii Hall" userId="f7828e0f0f85aff9" providerId="LiveId" clId="{C67A157E-29E2-5E4A-87CA-AF70291CFF82}" dt="2026-06-16T08:32:05.629" v="12" actId="2711"/>
          <ac:spMkLst>
            <pc:docMk/>
            <pc:sldMk cId="738688754" sldId="263"/>
            <ac:spMk id="22" creationId="{78638BDE-3800-4FD5-8829-C470DAA04D93}"/>
          </ac:spMkLst>
        </pc:spChg>
        <pc:spChg chg="mod">
          <ac:chgData name="Kelii Hall" userId="f7828e0f0f85aff9" providerId="LiveId" clId="{C67A157E-29E2-5E4A-87CA-AF70291CFF82}" dt="2026-06-16T08:32:05.629" v="12" actId="2711"/>
          <ac:spMkLst>
            <pc:docMk/>
            <pc:sldMk cId="738688754" sldId="263"/>
            <ac:spMk id="28" creationId="{30F8571C-3640-466D-ACB7-4170DC8B0ED6}"/>
          </ac:spMkLst>
        </pc:spChg>
        <pc:spChg chg="mod">
          <ac:chgData name="Kelii Hall" userId="f7828e0f0f85aff9" providerId="LiveId" clId="{C67A157E-29E2-5E4A-87CA-AF70291CFF82}" dt="2026-06-16T08:32:05.629" v="12" actId="2711"/>
          <ac:spMkLst>
            <pc:docMk/>
            <pc:sldMk cId="738688754" sldId="263"/>
            <ac:spMk id="49" creationId="{7CE4934A-DFA4-4BC8-BE2F-386A6FE13BC2}"/>
          </ac:spMkLst>
        </pc:spChg>
        <pc:spChg chg="mod">
          <ac:chgData name="Kelii Hall" userId="f7828e0f0f85aff9" providerId="LiveId" clId="{C67A157E-29E2-5E4A-87CA-AF70291CFF82}" dt="2026-06-16T08:32:05.629" v="12" actId="2711"/>
          <ac:spMkLst>
            <pc:docMk/>
            <pc:sldMk cId="738688754" sldId="263"/>
            <ac:spMk id="56" creationId="{377D83DD-626D-490C-9EE7-2679BBD21287}"/>
          </ac:spMkLst>
        </pc:spChg>
        <pc:spChg chg="mod">
          <ac:chgData name="Kelii Hall" userId="f7828e0f0f85aff9" providerId="LiveId" clId="{C67A157E-29E2-5E4A-87CA-AF70291CFF82}" dt="2026-06-16T08:32:05.629" v="12" actId="2711"/>
          <ac:spMkLst>
            <pc:docMk/>
            <pc:sldMk cId="738688754" sldId="263"/>
            <ac:spMk id="62" creationId="{5235C158-D974-4DA9-AD23-66D5903AE1A8}"/>
          </ac:spMkLst>
        </pc:spChg>
        <pc:spChg chg="mod">
          <ac:chgData name="Kelii Hall" userId="f7828e0f0f85aff9" providerId="LiveId" clId="{C67A157E-29E2-5E4A-87CA-AF70291CFF82}" dt="2026-06-16T08:32:05.629" v="12" actId="2711"/>
          <ac:spMkLst>
            <pc:docMk/>
            <pc:sldMk cId="738688754" sldId="263"/>
            <ac:spMk id="68" creationId="{C3B77178-D764-4164-9CDE-1405DE672FD6}"/>
          </ac:spMkLst>
        </pc:spChg>
      </pc:sldChg>
      <pc:sldChg chg="modSp mod">
        <pc:chgData name="Kelii Hall" userId="f7828e0f0f85aff9" providerId="LiveId" clId="{C67A157E-29E2-5E4A-87CA-AF70291CFF82}" dt="2026-06-16T08:32:32.447" v="34" actId="20577"/>
        <pc:sldMkLst>
          <pc:docMk/>
          <pc:sldMk cId="197736028" sldId="264"/>
        </pc:sldMkLst>
        <pc:spChg chg="mod">
          <ac:chgData name="Kelii Hall" userId="f7828e0f0f85aff9" providerId="LiveId" clId="{C67A157E-29E2-5E4A-87CA-AF70291CFF82}" dt="2026-06-16T08:32:15.497" v="13" actId="2711"/>
          <ac:spMkLst>
            <pc:docMk/>
            <pc:sldMk cId="197736028" sldId="264"/>
            <ac:spMk id="3" creationId="{4201D6D9-46AB-448F-80DE-B5D453C77E2A}"/>
          </ac:spMkLst>
        </pc:spChg>
        <pc:spChg chg="mod">
          <ac:chgData name="Kelii Hall" userId="f7828e0f0f85aff9" providerId="LiveId" clId="{C67A157E-29E2-5E4A-87CA-AF70291CFF82}" dt="2026-06-16T08:32:32.447" v="34" actId="20577"/>
          <ac:spMkLst>
            <pc:docMk/>
            <pc:sldMk cId="197736028" sldId="264"/>
            <ac:spMk id="4" creationId="{158D6658-09D4-4005-B385-2695810322E2}"/>
          </ac:spMkLst>
        </pc:spChg>
        <pc:spChg chg="mod">
          <ac:chgData name="Kelii Hall" userId="f7828e0f0f85aff9" providerId="LiveId" clId="{C67A157E-29E2-5E4A-87CA-AF70291CFF82}" dt="2026-06-16T08:32:15.497" v="13" actId="2711"/>
          <ac:spMkLst>
            <pc:docMk/>
            <pc:sldMk cId="197736028" sldId="264"/>
            <ac:spMk id="5" creationId="{EE364451-3EBA-4360-8948-914A2B3C4533}"/>
          </ac:spMkLst>
        </pc:spChg>
        <pc:spChg chg="mod">
          <ac:chgData name="Kelii Hall" userId="f7828e0f0f85aff9" providerId="LiveId" clId="{C67A157E-29E2-5E4A-87CA-AF70291CFF82}" dt="2026-06-16T08:32:15.497" v="13" actId="2711"/>
          <ac:spMkLst>
            <pc:docMk/>
            <pc:sldMk cId="197736028" sldId="264"/>
            <ac:spMk id="6" creationId="{523BFC93-87A6-4974-91F4-A00BACAC830C}"/>
          </ac:spMkLst>
        </pc:spChg>
        <pc:spChg chg="mod">
          <ac:chgData name="Kelii Hall" userId="f7828e0f0f85aff9" providerId="LiveId" clId="{C67A157E-29E2-5E4A-87CA-AF70291CFF82}" dt="2026-06-16T08:32:15.497" v="13" actId="2711"/>
          <ac:spMkLst>
            <pc:docMk/>
            <pc:sldMk cId="197736028" sldId="264"/>
            <ac:spMk id="40" creationId="{1D6D08BF-E3E7-4363-90F9-9C3053A3B164}"/>
          </ac:spMkLst>
        </pc:spChg>
        <pc:spChg chg="mod">
          <ac:chgData name="Kelii Hall" userId="f7828e0f0f85aff9" providerId="LiveId" clId="{C67A157E-29E2-5E4A-87CA-AF70291CFF82}" dt="2026-06-16T08:32:15.497" v="13" actId="2711"/>
          <ac:spMkLst>
            <pc:docMk/>
            <pc:sldMk cId="197736028" sldId="264"/>
            <ac:spMk id="41" creationId="{0A4DF85A-0D3E-4496-ADD6-27ACF7862A26}"/>
          </ac:spMkLst>
        </pc:spChg>
        <pc:spChg chg="mod">
          <ac:chgData name="Kelii Hall" userId="f7828e0f0f85aff9" providerId="LiveId" clId="{C67A157E-29E2-5E4A-87CA-AF70291CFF82}" dt="2026-06-16T08:32:15.497" v="13" actId="2711"/>
          <ac:spMkLst>
            <pc:docMk/>
            <pc:sldMk cId="197736028" sldId="264"/>
            <ac:spMk id="43" creationId="{71CC4890-BC80-427C-BBF1-265EADE986BA}"/>
          </ac:spMkLst>
        </pc:spChg>
        <pc:spChg chg="mod">
          <ac:chgData name="Kelii Hall" userId="f7828e0f0f85aff9" providerId="LiveId" clId="{C67A157E-29E2-5E4A-87CA-AF70291CFF82}" dt="2026-06-16T08:32:15.497" v="13" actId="2711"/>
          <ac:spMkLst>
            <pc:docMk/>
            <pc:sldMk cId="197736028" sldId="264"/>
            <ac:spMk id="45" creationId="{D0025E6C-90BE-4892-8D11-BAE684905C75}"/>
          </ac:spMkLst>
        </pc:spChg>
        <pc:spChg chg="mod">
          <ac:chgData name="Kelii Hall" userId="f7828e0f0f85aff9" providerId="LiveId" clId="{C67A157E-29E2-5E4A-87CA-AF70291CFF82}" dt="2026-06-16T08:32:15.497" v="13" actId="2711"/>
          <ac:spMkLst>
            <pc:docMk/>
            <pc:sldMk cId="197736028" sldId="264"/>
            <ac:spMk id="47" creationId="{B7949D97-1FB4-4316-A45F-49EDBA440160}"/>
          </ac:spMkLst>
        </pc:spChg>
        <pc:spChg chg="mod">
          <ac:chgData name="Kelii Hall" userId="f7828e0f0f85aff9" providerId="LiveId" clId="{C67A157E-29E2-5E4A-87CA-AF70291CFF82}" dt="2026-06-16T08:32:15.497" v="13" actId="2711"/>
          <ac:spMkLst>
            <pc:docMk/>
            <pc:sldMk cId="197736028" sldId="264"/>
            <ac:spMk id="49" creationId="{BFB344FD-56ED-4772-82F9-53E5CE7313FC}"/>
          </ac:spMkLst>
        </pc:spChg>
      </pc:sldChg>
      <pc:sldChg chg="modSp mod">
        <pc:chgData name="Kelii Hall" userId="f7828e0f0f85aff9" providerId="LiveId" clId="{C67A157E-29E2-5E4A-87CA-AF70291CFF82}" dt="2026-06-16T08:32:47.358" v="37" actId="2711"/>
        <pc:sldMkLst>
          <pc:docMk/>
          <pc:sldMk cId="1359681260" sldId="265"/>
        </pc:sldMkLst>
        <pc:spChg chg="mod">
          <ac:chgData name="Kelii Hall" userId="f7828e0f0f85aff9" providerId="LiveId" clId="{C67A157E-29E2-5E4A-87CA-AF70291CFF82}" dt="2026-06-16T08:32:47.358" v="37" actId="2711"/>
          <ac:spMkLst>
            <pc:docMk/>
            <pc:sldMk cId="1359681260" sldId="265"/>
            <ac:spMk id="28" creationId="{53A0ABCB-EFB4-40CC-8433-DEC184FCD518}"/>
          </ac:spMkLst>
        </pc:spChg>
        <pc:spChg chg="mod">
          <ac:chgData name="Kelii Hall" userId="f7828e0f0f85aff9" providerId="LiveId" clId="{C67A157E-29E2-5E4A-87CA-AF70291CFF82}" dt="2026-06-16T08:32:47.358" v="37" actId="2711"/>
          <ac:spMkLst>
            <pc:docMk/>
            <pc:sldMk cId="1359681260" sldId="265"/>
            <ac:spMk id="30" creationId="{B208445A-0E7D-45C8-A286-27AB39AA4CC8}"/>
          </ac:spMkLst>
        </pc:spChg>
        <pc:spChg chg="mod">
          <ac:chgData name="Kelii Hall" userId="f7828e0f0f85aff9" providerId="LiveId" clId="{C67A157E-29E2-5E4A-87CA-AF70291CFF82}" dt="2026-06-16T08:32:47.358" v="37" actId="2711"/>
          <ac:spMkLst>
            <pc:docMk/>
            <pc:sldMk cId="1359681260" sldId="265"/>
            <ac:spMk id="32" creationId="{211CE18A-003F-4C44-8897-3BE8C6536C88}"/>
          </ac:spMkLst>
        </pc:spChg>
        <pc:spChg chg="mod">
          <ac:chgData name="Kelii Hall" userId="f7828e0f0f85aff9" providerId="LiveId" clId="{C67A157E-29E2-5E4A-87CA-AF70291CFF82}" dt="2026-06-16T08:32:47.358" v="37" actId="2711"/>
          <ac:spMkLst>
            <pc:docMk/>
            <pc:sldMk cId="1359681260" sldId="265"/>
            <ac:spMk id="34" creationId="{4ABE1733-4CA2-40CA-A594-52A4A80BB2CD}"/>
          </ac:spMkLst>
        </pc:spChg>
        <pc:spChg chg="mod">
          <ac:chgData name="Kelii Hall" userId="f7828e0f0f85aff9" providerId="LiveId" clId="{C67A157E-29E2-5E4A-87CA-AF70291CFF82}" dt="2026-06-16T08:32:47.358" v="37" actId="2711"/>
          <ac:spMkLst>
            <pc:docMk/>
            <pc:sldMk cId="1359681260" sldId="265"/>
            <ac:spMk id="38" creationId="{25921A41-FC3B-495A-953B-A3F223566122}"/>
          </ac:spMkLst>
        </pc:spChg>
        <pc:spChg chg="mod">
          <ac:chgData name="Kelii Hall" userId="f7828e0f0f85aff9" providerId="LiveId" clId="{C67A157E-29E2-5E4A-87CA-AF70291CFF82}" dt="2026-06-16T08:32:47.358" v="37" actId="2711"/>
          <ac:spMkLst>
            <pc:docMk/>
            <pc:sldMk cId="1359681260" sldId="265"/>
            <ac:spMk id="40" creationId="{7451ED72-79B4-4E7C-9D48-42E8E30EECBD}"/>
          </ac:spMkLst>
        </pc:spChg>
        <pc:spChg chg="mod">
          <ac:chgData name="Kelii Hall" userId="f7828e0f0f85aff9" providerId="LiveId" clId="{C67A157E-29E2-5E4A-87CA-AF70291CFF82}" dt="2026-06-16T08:32:47.358" v="37" actId="2711"/>
          <ac:spMkLst>
            <pc:docMk/>
            <pc:sldMk cId="1359681260" sldId="265"/>
            <ac:spMk id="42" creationId="{1C67E657-91ED-4143-A96B-94E9E267D414}"/>
          </ac:spMkLst>
        </pc:spChg>
        <pc:spChg chg="mod">
          <ac:chgData name="Kelii Hall" userId="f7828e0f0f85aff9" providerId="LiveId" clId="{C67A157E-29E2-5E4A-87CA-AF70291CFF82}" dt="2026-06-16T08:32:47.358" v="37" actId="2711"/>
          <ac:spMkLst>
            <pc:docMk/>
            <pc:sldMk cId="1359681260" sldId="265"/>
            <ac:spMk id="44" creationId="{37AF4A49-3AC1-4900-8696-39A62A9ABAB1}"/>
          </ac:spMkLst>
        </pc:spChg>
        <pc:spChg chg="mod">
          <ac:chgData name="Kelii Hall" userId="f7828e0f0f85aff9" providerId="LiveId" clId="{C67A157E-29E2-5E4A-87CA-AF70291CFF82}" dt="2026-06-16T08:32:47.358" v="37" actId="2711"/>
          <ac:spMkLst>
            <pc:docMk/>
            <pc:sldMk cId="1359681260" sldId="265"/>
            <ac:spMk id="46" creationId="{4ECF2A4F-B5B3-4DC7-A419-BA24BCF14DF5}"/>
          </ac:spMkLst>
        </pc:spChg>
        <pc:spChg chg="mod">
          <ac:chgData name="Kelii Hall" userId="f7828e0f0f85aff9" providerId="LiveId" clId="{C67A157E-29E2-5E4A-87CA-AF70291CFF82}" dt="2026-06-16T08:32:47.358" v="37" actId="2711"/>
          <ac:spMkLst>
            <pc:docMk/>
            <pc:sldMk cId="1359681260" sldId="265"/>
            <ac:spMk id="48" creationId="{37C27563-921F-4CC0-BF9A-87DF8D73A79C}"/>
          </ac:spMkLst>
        </pc:spChg>
        <pc:spChg chg="mod">
          <ac:chgData name="Kelii Hall" userId="f7828e0f0f85aff9" providerId="LiveId" clId="{C67A157E-29E2-5E4A-87CA-AF70291CFF82}" dt="2026-06-16T08:32:42.430" v="36" actId="1076"/>
          <ac:spMkLst>
            <pc:docMk/>
            <pc:sldMk cId="1359681260" sldId="265"/>
            <ac:spMk id="49" creationId="{BEA84324-8140-470D-9F82-84ADBA5FEC9D}"/>
          </ac:spMkLst>
        </pc:spChg>
      </pc:sldChg>
      <pc:sldChg chg="delSp modSp mod">
        <pc:chgData name="Kelii Hall" userId="f7828e0f0f85aff9" providerId="LiveId" clId="{C67A157E-29E2-5E4A-87CA-AF70291CFF82}" dt="2026-06-16T08:32:55.968" v="38" actId="2711"/>
        <pc:sldMkLst>
          <pc:docMk/>
          <pc:sldMk cId="1655654256" sldId="266"/>
        </pc:sldMkLst>
        <pc:spChg chg="mod">
          <ac:chgData name="Kelii Hall" userId="f7828e0f0f85aff9" providerId="LiveId" clId="{C67A157E-29E2-5E4A-87CA-AF70291CFF82}" dt="2026-06-16T08:32:55.968" v="38" actId="2711"/>
          <ac:spMkLst>
            <pc:docMk/>
            <pc:sldMk cId="1655654256" sldId="266"/>
            <ac:spMk id="5" creationId="{63AFC2A5-5FD7-4B52-ABBC-0B562458FB65}"/>
          </ac:spMkLst>
        </pc:spChg>
        <pc:spChg chg="mod">
          <ac:chgData name="Kelii Hall" userId="f7828e0f0f85aff9" providerId="LiveId" clId="{C67A157E-29E2-5E4A-87CA-AF70291CFF82}" dt="2026-06-16T08:32:55.968" v="38" actId="2711"/>
          <ac:spMkLst>
            <pc:docMk/>
            <pc:sldMk cId="1655654256" sldId="266"/>
            <ac:spMk id="10" creationId="{17A86B4B-6D8F-4BA4-9E44-F4595115CE8D}"/>
          </ac:spMkLst>
        </pc:spChg>
        <pc:spChg chg="mod">
          <ac:chgData name="Kelii Hall" userId="f7828e0f0f85aff9" providerId="LiveId" clId="{C67A157E-29E2-5E4A-87CA-AF70291CFF82}" dt="2026-06-16T08:32:55.968" v="38" actId="2711"/>
          <ac:spMkLst>
            <pc:docMk/>
            <pc:sldMk cId="1655654256" sldId="266"/>
            <ac:spMk id="15" creationId="{2457B6D4-D58D-4BDA-A7AA-C952EA3E3E68}"/>
          </ac:spMkLst>
        </pc:spChg>
        <pc:spChg chg="mod">
          <ac:chgData name="Kelii Hall" userId="f7828e0f0f85aff9" providerId="LiveId" clId="{C67A157E-29E2-5E4A-87CA-AF70291CFF82}" dt="2026-06-16T08:32:55.968" v="38" actId="2711"/>
          <ac:spMkLst>
            <pc:docMk/>
            <pc:sldMk cId="1655654256" sldId="266"/>
            <ac:spMk id="20" creationId="{C0F86DC8-04B2-4E3F-8714-111ABED63750}"/>
          </ac:spMkLst>
        </pc:spChg>
        <pc:spChg chg="mod">
          <ac:chgData name="Kelii Hall" userId="f7828e0f0f85aff9" providerId="LiveId" clId="{C67A157E-29E2-5E4A-87CA-AF70291CFF82}" dt="2026-06-16T08:32:55.968" v="38" actId="2711"/>
          <ac:spMkLst>
            <pc:docMk/>
            <pc:sldMk cId="1655654256" sldId="266"/>
            <ac:spMk id="22" creationId="{57D08D2C-0300-4D49-B588-C535821F14B1}"/>
          </ac:spMkLst>
        </pc:spChg>
        <pc:spChg chg="mod">
          <ac:chgData name="Kelii Hall" userId="f7828e0f0f85aff9" providerId="LiveId" clId="{C67A157E-29E2-5E4A-87CA-AF70291CFF82}" dt="2026-06-16T08:32:55.968" v="38" actId="2711"/>
          <ac:spMkLst>
            <pc:docMk/>
            <pc:sldMk cId="1655654256" sldId="266"/>
            <ac:spMk id="25" creationId="{026E65C1-8E17-4285-8403-B9E0D120C873}"/>
          </ac:spMkLst>
        </pc:spChg>
        <pc:spChg chg="mod">
          <ac:chgData name="Kelii Hall" userId="f7828e0f0f85aff9" providerId="LiveId" clId="{C67A157E-29E2-5E4A-87CA-AF70291CFF82}" dt="2026-06-16T08:32:55.968" v="38" actId="2711"/>
          <ac:spMkLst>
            <pc:docMk/>
            <pc:sldMk cId="1655654256" sldId="266"/>
            <ac:spMk id="28" creationId="{2B0E948F-CC17-4B09-B6CF-CBAF7E8B712A}"/>
          </ac:spMkLst>
        </pc:spChg>
        <pc:spChg chg="mod">
          <ac:chgData name="Kelii Hall" userId="f7828e0f0f85aff9" providerId="LiveId" clId="{C67A157E-29E2-5E4A-87CA-AF70291CFF82}" dt="2026-06-16T08:32:55.968" v="38" actId="2711"/>
          <ac:spMkLst>
            <pc:docMk/>
            <pc:sldMk cId="1655654256" sldId="266"/>
            <ac:spMk id="33" creationId="{F2CB94C8-40DA-4481-8F54-82E505BD4F06}"/>
          </ac:spMkLst>
        </pc:spChg>
        <pc:spChg chg="mod">
          <ac:chgData name="Kelii Hall" userId="f7828e0f0f85aff9" providerId="LiveId" clId="{C67A157E-29E2-5E4A-87CA-AF70291CFF82}" dt="2026-06-16T08:32:55.968" v="38" actId="2711"/>
          <ac:spMkLst>
            <pc:docMk/>
            <pc:sldMk cId="1655654256" sldId="266"/>
            <ac:spMk id="35" creationId="{05927101-DAA4-4F7C-ABCB-21A45993BDF2}"/>
          </ac:spMkLst>
        </pc:spChg>
        <pc:spChg chg="mod">
          <ac:chgData name="Kelii Hall" userId="f7828e0f0f85aff9" providerId="LiveId" clId="{C67A157E-29E2-5E4A-87CA-AF70291CFF82}" dt="2026-06-16T08:32:55.968" v="38" actId="2711"/>
          <ac:spMkLst>
            <pc:docMk/>
            <pc:sldMk cId="1655654256" sldId="266"/>
            <ac:spMk id="39" creationId="{AF69CA3E-3752-4AEC-8735-DB263A6EBAD5}"/>
          </ac:spMkLst>
        </pc:spChg>
        <pc:spChg chg="del mod">
          <ac:chgData name="Kelii Hall" userId="f7828e0f0f85aff9" providerId="LiveId" clId="{C67A157E-29E2-5E4A-87CA-AF70291CFF82}" dt="2026-06-16T07:32:29.231" v="1" actId="478"/>
          <ac:spMkLst>
            <pc:docMk/>
            <pc:sldMk cId="1655654256" sldId="266"/>
            <ac:spMk id="42" creationId="{1BD95012-A817-4A89-839C-7DED0E4EE3BA}"/>
          </ac:spMkLst>
        </pc:spChg>
      </pc:sldChg>
      <pc:sldChg chg="modSp mod">
        <pc:chgData name="Kelii Hall" userId="f7828e0f0f85aff9" providerId="LiveId" clId="{C67A157E-29E2-5E4A-87CA-AF70291CFF82}" dt="2026-06-16T08:33:06.245" v="39" actId="2711"/>
        <pc:sldMkLst>
          <pc:docMk/>
          <pc:sldMk cId="501912156" sldId="267"/>
        </pc:sldMkLst>
        <pc:spChg chg="mod">
          <ac:chgData name="Kelii Hall" userId="f7828e0f0f85aff9" providerId="LiveId" clId="{C67A157E-29E2-5E4A-87CA-AF70291CFF82}" dt="2026-06-16T08:33:06.245" v="39" actId="2711"/>
          <ac:spMkLst>
            <pc:docMk/>
            <pc:sldMk cId="501912156" sldId="267"/>
            <ac:spMk id="3" creationId="{D7AD608A-9BF9-4A2F-ABDA-B065983B21E8}"/>
          </ac:spMkLst>
        </pc:spChg>
        <pc:spChg chg="mod">
          <ac:chgData name="Kelii Hall" userId="f7828e0f0f85aff9" providerId="LiveId" clId="{C67A157E-29E2-5E4A-87CA-AF70291CFF82}" dt="2026-06-16T08:33:06.245" v="39" actId="2711"/>
          <ac:spMkLst>
            <pc:docMk/>
            <pc:sldMk cId="501912156" sldId="267"/>
            <ac:spMk id="6" creationId="{68571322-357F-4F39-9222-84C9A6046F12}"/>
          </ac:spMkLst>
        </pc:spChg>
        <pc:spChg chg="mod">
          <ac:chgData name="Kelii Hall" userId="f7828e0f0f85aff9" providerId="LiveId" clId="{C67A157E-29E2-5E4A-87CA-AF70291CFF82}" dt="2026-06-16T08:33:06.245" v="39" actId="2711"/>
          <ac:spMkLst>
            <pc:docMk/>
            <pc:sldMk cId="501912156" sldId="267"/>
            <ac:spMk id="12" creationId="{25C67BDC-6356-4BE5-BFEE-8B51C52D12B7}"/>
          </ac:spMkLst>
        </pc:spChg>
        <pc:spChg chg="mod">
          <ac:chgData name="Kelii Hall" userId="f7828e0f0f85aff9" providerId="LiveId" clId="{C67A157E-29E2-5E4A-87CA-AF70291CFF82}" dt="2026-06-16T08:33:06.245" v="39" actId="2711"/>
          <ac:spMkLst>
            <pc:docMk/>
            <pc:sldMk cId="501912156" sldId="267"/>
            <ac:spMk id="19" creationId="{139FCB1F-91A6-47FF-A09A-92894FB52080}"/>
          </ac:spMkLst>
        </pc:spChg>
        <pc:spChg chg="mod">
          <ac:chgData name="Kelii Hall" userId="f7828e0f0f85aff9" providerId="LiveId" clId="{C67A157E-29E2-5E4A-87CA-AF70291CFF82}" dt="2026-06-16T08:33:06.245" v="39" actId="2711"/>
          <ac:spMkLst>
            <pc:docMk/>
            <pc:sldMk cId="501912156" sldId="267"/>
            <ac:spMk id="26" creationId="{BF084272-C55E-41D8-BC04-6B39EC910F63}"/>
          </ac:spMkLst>
        </pc:spChg>
        <pc:spChg chg="mod">
          <ac:chgData name="Kelii Hall" userId="f7828e0f0f85aff9" providerId="LiveId" clId="{C67A157E-29E2-5E4A-87CA-AF70291CFF82}" dt="2026-06-16T08:33:06.245" v="39" actId="2711"/>
          <ac:spMkLst>
            <pc:docMk/>
            <pc:sldMk cId="501912156" sldId="267"/>
            <ac:spMk id="30" creationId="{6BF4CDFF-562A-4FF6-A3DC-62AB18A5ED62}"/>
          </ac:spMkLst>
        </pc:spChg>
        <pc:spChg chg="mod">
          <ac:chgData name="Kelii Hall" userId="f7828e0f0f85aff9" providerId="LiveId" clId="{C67A157E-29E2-5E4A-87CA-AF70291CFF82}" dt="2026-06-16T08:33:06.245" v="39" actId="2711"/>
          <ac:spMkLst>
            <pc:docMk/>
            <pc:sldMk cId="501912156" sldId="267"/>
            <ac:spMk id="35" creationId="{C32AC7FB-D923-4C4C-9D07-B07929A1C1F9}"/>
          </ac:spMkLst>
        </pc:spChg>
        <pc:spChg chg="mod">
          <ac:chgData name="Kelii Hall" userId="f7828e0f0f85aff9" providerId="LiveId" clId="{C67A157E-29E2-5E4A-87CA-AF70291CFF82}" dt="2026-06-16T08:33:06.245" v="39" actId="2711"/>
          <ac:spMkLst>
            <pc:docMk/>
            <pc:sldMk cId="501912156" sldId="267"/>
            <ac:spMk id="36" creationId="{C29689CB-20D8-40FC-9951-426574973A14}"/>
          </ac:spMkLst>
        </pc:spChg>
        <pc:spChg chg="mod">
          <ac:chgData name="Kelii Hall" userId="f7828e0f0f85aff9" providerId="LiveId" clId="{C67A157E-29E2-5E4A-87CA-AF70291CFF82}" dt="2026-06-16T08:33:06.245" v="39" actId="2711"/>
          <ac:spMkLst>
            <pc:docMk/>
            <pc:sldMk cId="501912156" sldId="267"/>
            <ac:spMk id="39" creationId="{AB0FD435-9F5A-4069-A094-A02C7100F5A4}"/>
          </ac:spMkLst>
        </pc:spChg>
        <pc:spChg chg="mod">
          <ac:chgData name="Kelii Hall" userId="f7828e0f0f85aff9" providerId="LiveId" clId="{C67A157E-29E2-5E4A-87CA-AF70291CFF82}" dt="2026-06-16T08:33:06.245" v="39" actId="2711"/>
          <ac:spMkLst>
            <pc:docMk/>
            <pc:sldMk cId="501912156" sldId="267"/>
            <ac:spMk id="40" creationId="{39749F31-49ED-4A24-AB80-5E5F35B584FF}"/>
          </ac:spMkLst>
        </pc:spChg>
      </pc:sldChg>
      <pc:sldChg chg="modSp mod">
        <pc:chgData name="Kelii Hall" userId="f7828e0f0f85aff9" providerId="LiveId" clId="{C67A157E-29E2-5E4A-87CA-AF70291CFF82}" dt="2026-06-16T08:33:19.192" v="40" actId="2711"/>
        <pc:sldMkLst>
          <pc:docMk/>
          <pc:sldMk cId="2029406734" sldId="268"/>
        </pc:sldMkLst>
        <pc:spChg chg="mod">
          <ac:chgData name="Kelii Hall" userId="f7828e0f0f85aff9" providerId="LiveId" clId="{C67A157E-29E2-5E4A-87CA-AF70291CFF82}" dt="2026-06-16T08:33:19.192" v="40" actId="2711"/>
          <ac:spMkLst>
            <pc:docMk/>
            <pc:sldMk cId="2029406734" sldId="268"/>
            <ac:spMk id="3" creationId="{B16B029A-E50A-4119-834B-777DB5905C13}"/>
          </ac:spMkLst>
        </pc:spChg>
        <pc:spChg chg="mod">
          <ac:chgData name="Kelii Hall" userId="f7828e0f0f85aff9" providerId="LiveId" clId="{C67A157E-29E2-5E4A-87CA-AF70291CFF82}" dt="2026-06-16T08:33:19.192" v="40" actId="2711"/>
          <ac:spMkLst>
            <pc:docMk/>
            <pc:sldMk cId="2029406734" sldId="268"/>
            <ac:spMk id="4" creationId="{A9C356ED-FFF0-4219-AB77-3F32C54A92D2}"/>
          </ac:spMkLst>
        </pc:spChg>
        <pc:spChg chg="mod">
          <ac:chgData name="Kelii Hall" userId="f7828e0f0f85aff9" providerId="LiveId" clId="{C67A157E-29E2-5E4A-87CA-AF70291CFF82}" dt="2026-06-16T08:33:19.192" v="40" actId="2711"/>
          <ac:spMkLst>
            <pc:docMk/>
            <pc:sldMk cId="2029406734" sldId="268"/>
            <ac:spMk id="5" creationId="{526070A1-A3A8-49DE-BB5C-1A2209B01BE1}"/>
          </ac:spMkLst>
        </pc:spChg>
        <pc:spChg chg="mod">
          <ac:chgData name="Kelii Hall" userId="f7828e0f0f85aff9" providerId="LiveId" clId="{C67A157E-29E2-5E4A-87CA-AF70291CFF82}" dt="2026-06-16T08:33:19.192" v="40" actId="2711"/>
          <ac:spMkLst>
            <pc:docMk/>
            <pc:sldMk cId="2029406734" sldId="268"/>
            <ac:spMk id="6" creationId="{63C2ECEB-D502-4DB5-AC8A-9CED98720D4A}"/>
          </ac:spMkLst>
        </pc:spChg>
        <pc:spChg chg="mod">
          <ac:chgData name="Kelii Hall" userId="f7828e0f0f85aff9" providerId="LiveId" clId="{C67A157E-29E2-5E4A-87CA-AF70291CFF82}" dt="2026-06-16T08:33:19.192" v="40" actId="2711"/>
          <ac:spMkLst>
            <pc:docMk/>
            <pc:sldMk cId="2029406734" sldId="268"/>
            <ac:spMk id="10" creationId="{88915D97-0182-422F-BC7F-7822B71A9B0B}"/>
          </ac:spMkLst>
        </pc:spChg>
        <pc:spChg chg="mod">
          <ac:chgData name="Kelii Hall" userId="f7828e0f0f85aff9" providerId="LiveId" clId="{C67A157E-29E2-5E4A-87CA-AF70291CFF82}" dt="2026-06-16T08:33:19.192" v="40" actId="2711"/>
          <ac:spMkLst>
            <pc:docMk/>
            <pc:sldMk cId="2029406734" sldId="268"/>
            <ac:spMk id="30" creationId="{3B4BE14F-B912-46DB-B25B-7E6AF1D22A60}"/>
          </ac:spMkLst>
        </pc:spChg>
        <pc:spChg chg="mod">
          <ac:chgData name="Kelii Hall" userId="f7828e0f0f85aff9" providerId="LiveId" clId="{C67A157E-29E2-5E4A-87CA-AF70291CFF82}" dt="2026-06-16T08:33:19.192" v="40" actId="2711"/>
          <ac:spMkLst>
            <pc:docMk/>
            <pc:sldMk cId="2029406734" sldId="268"/>
            <ac:spMk id="34" creationId="{B1AB7743-806A-486D-922A-847CF016CE44}"/>
          </ac:spMkLst>
        </pc:spChg>
        <pc:spChg chg="mod">
          <ac:chgData name="Kelii Hall" userId="f7828e0f0f85aff9" providerId="LiveId" clId="{C67A157E-29E2-5E4A-87CA-AF70291CFF82}" dt="2026-06-16T08:33:19.192" v="40" actId="2711"/>
          <ac:spMkLst>
            <pc:docMk/>
            <pc:sldMk cId="2029406734" sldId="268"/>
            <ac:spMk id="36" creationId="{9505D8A6-93FE-41BE-B4FB-7B2C3581D244}"/>
          </ac:spMkLst>
        </pc:spChg>
        <pc:spChg chg="mod">
          <ac:chgData name="Kelii Hall" userId="f7828e0f0f85aff9" providerId="LiveId" clId="{C67A157E-29E2-5E4A-87CA-AF70291CFF82}" dt="2026-06-16T08:33:19.192" v="40" actId="2711"/>
          <ac:spMkLst>
            <pc:docMk/>
            <pc:sldMk cId="2029406734" sldId="268"/>
            <ac:spMk id="37" creationId="{AE1A5AC8-2696-4669-89AE-B07070043C91}"/>
          </ac:spMkLst>
        </pc:spChg>
        <pc:spChg chg="mod">
          <ac:chgData name="Kelii Hall" userId="f7828e0f0f85aff9" providerId="LiveId" clId="{C67A157E-29E2-5E4A-87CA-AF70291CFF82}" dt="2026-06-16T08:33:19.192" v="40" actId="2711"/>
          <ac:spMkLst>
            <pc:docMk/>
            <pc:sldMk cId="2029406734" sldId="268"/>
            <ac:spMk id="39" creationId="{4055FC76-7760-4D7E-B418-ABA3898F9CA6}"/>
          </ac:spMkLst>
        </pc:spChg>
      </pc:sldChg>
      <pc:sldChg chg="modSp mod">
        <pc:chgData name="Kelii Hall" userId="f7828e0f0f85aff9" providerId="LiveId" clId="{C67A157E-29E2-5E4A-87CA-AF70291CFF82}" dt="2026-06-16T08:33:28.994" v="41" actId="2711"/>
        <pc:sldMkLst>
          <pc:docMk/>
          <pc:sldMk cId="344304099" sldId="269"/>
        </pc:sldMkLst>
        <pc:spChg chg="mod">
          <ac:chgData name="Kelii Hall" userId="f7828e0f0f85aff9" providerId="LiveId" clId="{C67A157E-29E2-5E4A-87CA-AF70291CFF82}" dt="2026-06-16T08:33:28.994" v="41" actId="2711"/>
          <ac:spMkLst>
            <pc:docMk/>
            <pc:sldMk cId="344304099" sldId="269"/>
            <ac:spMk id="34" creationId="{C575D700-0AB1-4757-B2A1-36D7367418EF}"/>
          </ac:spMkLst>
        </pc:spChg>
        <pc:spChg chg="mod">
          <ac:chgData name="Kelii Hall" userId="f7828e0f0f85aff9" providerId="LiveId" clId="{C67A157E-29E2-5E4A-87CA-AF70291CFF82}" dt="2026-06-16T08:33:28.994" v="41" actId="2711"/>
          <ac:spMkLst>
            <pc:docMk/>
            <pc:sldMk cId="344304099" sldId="269"/>
            <ac:spMk id="36" creationId="{AEF13E5C-BFBC-41B5-8FB3-159ECBAE855C}"/>
          </ac:spMkLst>
        </pc:spChg>
        <pc:spChg chg="mod">
          <ac:chgData name="Kelii Hall" userId="f7828e0f0f85aff9" providerId="LiveId" clId="{C67A157E-29E2-5E4A-87CA-AF70291CFF82}" dt="2026-06-16T08:33:28.994" v="41" actId="2711"/>
          <ac:spMkLst>
            <pc:docMk/>
            <pc:sldMk cId="344304099" sldId="269"/>
            <ac:spMk id="37" creationId="{47646EDB-A1F8-4833-9243-9E8285794B6A}"/>
          </ac:spMkLst>
        </pc:spChg>
        <pc:spChg chg="mod">
          <ac:chgData name="Kelii Hall" userId="f7828e0f0f85aff9" providerId="LiveId" clId="{C67A157E-29E2-5E4A-87CA-AF70291CFF82}" dt="2026-06-16T08:33:28.994" v="41" actId="2711"/>
          <ac:spMkLst>
            <pc:docMk/>
            <pc:sldMk cId="344304099" sldId="269"/>
            <ac:spMk id="39" creationId="{6DF17087-EB68-436D-BE61-77743011D4FF}"/>
          </ac:spMkLst>
        </pc:spChg>
        <pc:spChg chg="mod">
          <ac:chgData name="Kelii Hall" userId="f7828e0f0f85aff9" providerId="LiveId" clId="{C67A157E-29E2-5E4A-87CA-AF70291CFF82}" dt="2026-06-16T08:33:28.994" v="41" actId="2711"/>
          <ac:spMkLst>
            <pc:docMk/>
            <pc:sldMk cId="344304099" sldId="269"/>
            <ac:spMk id="40" creationId="{4C9F08D6-82CE-427E-B710-AEBB14A765A7}"/>
          </ac:spMkLst>
        </pc:spChg>
        <pc:spChg chg="mod">
          <ac:chgData name="Kelii Hall" userId="f7828e0f0f85aff9" providerId="LiveId" clId="{C67A157E-29E2-5E4A-87CA-AF70291CFF82}" dt="2026-06-16T08:33:28.994" v="41" actId="2711"/>
          <ac:spMkLst>
            <pc:docMk/>
            <pc:sldMk cId="344304099" sldId="269"/>
            <ac:spMk id="42" creationId="{F6FB64A9-72EB-4A63-8E42-2152E40671F0}"/>
          </ac:spMkLst>
        </pc:spChg>
        <pc:spChg chg="mod">
          <ac:chgData name="Kelii Hall" userId="f7828e0f0f85aff9" providerId="LiveId" clId="{C67A157E-29E2-5E4A-87CA-AF70291CFF82}" dt="2026-06-16T08:33:28.994" v="41" actId="2711"/>
          <ac:spMkLst>
            <pc:docMk/>
            <pc:sldMk cId="344304099" sldId="269"/>
            <ac:spMk id="43" creationId="{BEF0555D-7E58-415C-937C-4317B0E546F2}"/>
          </ac:spMkLst>
        </pc:spChg>
        <pc:spChg chg="mod">
          <ac:chgData name="Kelii Hall" userId="f7828e0f0f85aff9" providerId="LiveId" clId="{C67A157E-29E2-5E4A-87CA-AF70291CFF82}" dt="2026-06-16T08:33:28.994" v="41" actId="2711"/>
          <ac:spMkLst>
            <pc:docMk/>
            <pc:sldMk cId="344304099" sldId="269"/>
            <ac:spMk id="45" creationId="{A0030DAF-EB13-4DDC-918B-B1BB40BF0DE0}"/>
          </ac:spMkLst>
        </pc:spChg>
        <pc:spChg chg="mod">
          <ac:chgData name="Kelii Hall" userId="f7828e0f0f85aff9" providerId="LiveId" clId="{C67A157E-29E2-5E4A-87CA-AF70291CFF82}" dt="2026-06-16T08:33:28.994" v="41" actId="2711"/>
          <ac:spMkLst>
            <pc:docMk/>
            <pc:sldMk cId="344304099" sldId="269"/>
            <ac:spMk id="46" creationId="{A3444FC1-5077-478E-BD79-1B120464CE8F}"/>
          </ac:spMkLst>
        </pc:spChg>
        <pc:spChg chg="mod">
          <ac:chgData name="Kelii Hall" userId="f7828e0f0f85aff9" providerId="LiveId" clId="{C67A157E-29E2-5E4A-87CA-AF70291CFF82}" dt="2026-06-16T08:33:28.994" v="41" actId="2711"/>
          <ac:spMkLst>
            <pc:docMk/>
            <pc:sldMk cId="344304099" sldId="269"/>
            <ac:spMk id="47" creationId="{16137A86-04EC-4AB6-9011-CFD8E5A12DDB}"/>
          </ac:spMkLst>
        </pc:spChg>
      </pc:sldChg>
      <pc:sldChg chg="modSp mod">
        <pc:chgData name="Kelii Hall" userId="f7828e0f0f85aff9" providerId="LiveId" clId="{C67A157E-29E2-5E4A-87CA-AF70291CFF82}" dt="2026-06-16T08:33:37.656" v="42" actId="2711"/>
        <pc:sldMkLst>
          <pc:docMk/>
          <pc:sldMk cId="1523644268" sldId="270"/>
        </pc:sldMkLst>
        <pc:spChg chg="mod">
          <ac:chgData name="Kelii Hall" userId="f7828e0f0f85aff9" providerId="LiveId" clId="{C67A157E-29E2-5E4A-87CA-AF70291CFF82}" dt="2026-06-16T08:33:37.656" v="42" actId="2711"/>
          <ac:spMkLst>
            <pc:docMk/>
            <pc:sldMk cId="1523644268" sldId="270"/>
            <ac:spMk id="3" creationId="{139EF0E3-C463-41C1-A851-6D6D7B170D89}"/>
          </ac:spMkLst>
        </pc:spChg>
        <pc:spChg chg="mod">
          <ac:chgData name="Kelii Hall" userId="f7828e0f0f85aff9" providerId="LiveId" clId="{C67A157E-29E2-5E4A-87CA-AF70291CFF82}" dt="2026-06-16T08:33:37.656" v="42" actId="2711"/>
          <ac:spMkLst>
            <pc:docMk/>
            <pc:sldMk cId="1523644268" sldId="270"/>
            <ac:spMk id="36" creationId="{99360914-203F-4E93-916A-B867E5229C92}"/>
          </ac:spMkLst>
        </pc:spChg>
        <pc:spChg chg="mod">
          <ac:chgData name="Kelii Hall" userId="f7828e0f0f85aff9" providerId="LiveId" clId="{C67A157E-29E2-5E4A-87CA-AF70291CFF82}" dt="2026-06-16T08:33:37.656" v="42" actId="2711"/>
          <ac:spMkLst>
            <pc:docMk/>
            <pc:sldMk cId="1523644268" sldId="270"/>
            <ac:spMk id="37" creationId="{76297885-08C8-4862-B822-B50009BF1809}"/>
          </ac:spMkLst>
        </pc:spChg>
        <pc:spChg chg="mod">
          <ac:chgData name="Kelii Hall" userId="f7828e0f0f85aff9" providerId="LiveId" clId="{C67A157E-29E2-5E4A-87CA-AF70291CFF82}" dt="2026-06-16T08:33:37.656" v="42" actId="2711"/>
          <ac:spMkLst>
            <pc:docMk/>
            <pc:sldMk cId="1523644268" sldId="270"/>
            <ac:spMk id="39" creationId="{0B45F83A-5759-450D-9F38-099846C23C5A}"/>
          </ac:spMkLst>
        </pc:spChg>
        <pc:spChg chg="mod">
          <ac:chgData name="Kelii Hall" userId="f7828e0f0f85aff9" providerId="LiveId" clId="{C67A157E-29E2-5E4A-87CA-AF70291CFF82}" dt="2026-06-16T08:33:37.656" v="42" actId="2711"/>
          <ac:spMkLst>
            <pc:docMk/>
            <pc:sldMk cId="1523644268" sldId="270"/>
            <ac:spMk id="40" creationId="{4814B71C-B2CD-43E7-88A3-30C904BF31DB}"/>
          </ac:spMkLst>
        </pc:spChg>
        <pc:spChg chg="mod">
          <ac:chgData name="Kelii Hall" userId="f7828e0f0f85aff9" providerId="LiveId" clId="{C67A157E-29E2-5E4A-87CA-AF70291CFF82}" dt="2026-06-16T08:33:37.656" v="42" actId="2711"/>
          <ac:spMkLst>
            <pc:docMk/>
            <pc:sldMk cId="1523644268" sldId="270"/>
            <ac:spMk id="41" creationId="{6CC1406D-5181-4C29-AF4C-3A20AEAAE046}"/>
          </ac:spMkLst>
        </pc:spChg>
        <pc:spChg chg="mod">
          <ac:chgData name="Kelii Hall" userId="f7828e0f0f85aff9" providerId="LiveId" clId="{C67A157E-29E2-5E4A-87CA-AF70291CFF82}" dt="2026-06-16T08:33:37.656" v="42" actId="2711"/>
          <ac:spMkLst>
            <pc:docMk/>
            <pc:sldMk cId="1523644268" sldId="270"/>
            <ac:spMk id="43" creationId="{C52F1497-6ED1-436C-9BE3-4458B8BD9BFD}"/>
          </ac:spMkLst>
        </pc:spChg>
        <pc:spChg chg="mod">
          <ac:chgData name="Kelii Hall" userId="f7828e0f0f85aff9" providerId="LiveId" clId="{C67A157E-29E2-5E4A-87CA-AF70291CFF82}" dt="2026-06-16T08:33:37.656" v="42" actId="2711"/>
          <ac:spMkLst>
            <pc:docMk/>
            <pc:sldMk cId="1523644268" sldId="270"/>
            <ac:spMk id="44" creationId="{0B1FB0B2-957E-4E86-95EE-6FA9D63655BD}"/>
          </ac:spMkLst>
        </pc:spChg>
        <pc:spChg chg="mod">
          <ac:chgData name="Kelii Hall" userId="f7828e0f0f85aff9" providerId="LiveId" clId="{C67A157E-29E2-5E4A-87CA-AF70291CFF82}" dt="2026-06-16T08:33:37.656" v="42" actId="2711"/>
          <ac:spMkLst>
            <pc:docMk/>
            <pc:sldMk cId="1523644268" sldId="270"/>
            <ac:spMk id="45" creationId="{4E15B7D8-9900-4B17-806C-F5C96C608527}"/>
          </ac:spMkLst>
        </pc:spChg>
        <pc:spChg chg="mod">
          <ac:chgData name="Kelii Hall" userId="f7828e0f0f85aff9" providerId="LiveId" clId="{C67A157E-29E2-5E4A-87CA-AF70291CFF82}" dt="2026-06-16T08:33:37.656" v="42" actId="2711"/>
          <ac:spMkLst>
            <pc:docMk/>
            <pc:sldMk cId="1523644268" sldId="270"/>
            <ac:spMk id="46" creationId="{0559A315-86F6-4D05-AA6E-07C8F3B6A5FC}"/>
          </ac:spMkLst>
        </pc:spChg>
      </pc:sldChg>
      <pc:sldChg chg="modSp mod">
        <pc:chgData name="Kelii Hall" userId="f7828e0f0f85aff9" providerId="LiveId" clId="{C67A157E-29E2-5E4A-87CA-AF70291CFF82}" dt="2026-06-16T08:33:46.030" v="43" actId="2711"/>
        <pc:sldMkLst>
          <pc:docMk/>
          <pc:sldMk cId="503758661" sldId="271"/>
        </pc:sldMkLst>
        <pc:spChg chg="mod">
          <ac:chgData name="Kelii Hall" userId="f7828e0f0f85aff9" providerId="LiveId" clId="{C67A157E-29E2-5E4A-87CA-AF70291CFF82}" dt="2026-06-16T08:33:46.030" v="43" actId="2711"/>
          <ac:spMkLst>
            <pc:docMk/>
            <pc:sldMk cId="503758661" sldId="271"/>
            <ac:spMk id="3" creationId="{A3731C5F-BD28-479F-919D-26051F8E14F5}"/>
          </ac:spMkLst>
        </pc:spChg>
        <pc:spChg chg="mod">
          <ac:chgData name="Kelii Hall" userId="f7828e0f0f85aff9" providerId="LiveId" clId="{C67A157E-29E2-5E4A-87CA-AF70291CFF82}" dt="2026-06-16T08:33:46.030" v="43" actId="2711"/>
          <ac:spMkLst>
            <pc:docMk/>
            <pc:sldMk cId="503758661" sldId="271"/>
            <ac:spMk id="4" creationId="{CD501744-BAD8-4457-94A8-7DF57515912F}"/>
          </ac:spMkLst>
        </pc:spChg>
        <pc:spChg chg="mod">
          <ac:chgData name="Kelii Hall" userId="f7828e0f0f85aff9" providerId="LiveId" clId="{C67A157E-29E2-5E4A-87CA-AF70291CFF82}" dt="2026-06-16T08:33:46.030" v="43" actId="2711"/>
          <ac:spMkLst>
            <pc:docMk/>
            <pc:sldMk cId="503758661" sldId="271"/>
            <ac:spMk id="5" creationId="{3A10CC47-5946-4412-B76B-C3D11460EAB9}"/>
          </ac:spMkLst>
        </pc:spChg>
        <pc:spChg chg="mod">
          <ac:chgData name="Kelii Hall" userId="f7828e0f0f85aff9" providerId="LiveId" clId="{C67A157E-29E2-5E4A-87CA-AF70291CFF82}" dt="2026-06-16T08:33:46.030" v="43" actId="2711"/>
          <ac:spMkLst>
            <pc:docMk/>
            <pc:sldMk cId="503758661" sldId="271"/>
            <ac:spMk id="6" creationId="{85CB3463-6923-407B-9B29-7403D5F4B817}"/>
          </ac:spMkLst>
        </pc:spChg>
        <pc:spChg chg="mod">
          <ac:chgData name="Kelii Hall" userId="f7828e0f0f85aff9" providerId="LiveId" clId="{C67A157E-29E2-5E4A-87CA-AF70291CFF82}" dt="2026-06-16T08:33:46.030" v="43" actId="2711"/>
          <ac:spMkLst>
            <pc:docMk/>
            <pc:sldMk cId="503758661" sldId="271"/>
            <ac:spMk id="37" creationId="{4CDB829D-94E0-44BD-858F-13312869FF28}"/>
          </ac:spMkLst>
        </pc:spChg>
        <pc:spChg chg="mod">
          <ac:chgData name="Kelii Hall" userId="f7828e0f0f85aff9" providerId="LiveId" clId="{C67A157E-29E2-5E4A-87CA-AF70291CFF82}" dt="2026-06-16T08:33:46.030" v="43" actId="2711"/>
          <ac:spMkLst>
            <pc:docMk/>
            <pc:sldMk cId="503758661" sldId="271"/>
            <ac:spMk id="39" creationId="{02DB9571-34A9-4647-A230-1A7F4B2F0244}"/>
          </ac:spMkLst>
        </pc:spChg>
        <pc:spChg chg="mod">
          <ac:chgData name="Kelii Hall" userId="f7828e0f0f85aff9" providerId="LiveId" clId="{C67A157E-29E2-5E4A-87CA-AF70291CFF82}" dt="2026-06-16T08:33:46.030" v="43" actId="2711"/>
          <ac:spMkLst>
            <pc:docMk/>
            <pc:sldMk cId="503758661" sldId="271"/>
            <ac:spMk id="40" creationId="{E98AA731-D752-4D6F-A3E2-B64CDEBF9741}"/>
          </ac:spMkLst>
        </pc:spChg>
        <pc:spChg chg="mod">
          <ac:chgData name="Kelii Hall" userId="f7828e0f0f85aff9" providerId="LiveId" clId="{C67A157E-29E2-5E4A-87CA-AF70291CFF82}" dt="2026-06-16T08:33:46.030" v="43" actId="2711"/>
          <ac:spMkLst>
            <pc:docMk/>
            <pc:sldMk cId="503758661" sldId="271"/>
            <ac:spMk id="43" creationId="{832BF087-881D-4276-8442-B1C151FE5096}"/>
          </ac:spMkLst>
        </pc:spChg>
        <pc:spChg chg="mod">
          <ac:chgData name="Kelii Hall" userId="f7828e0f0f85aff9" providerId="LiveId" clId="{C67A157E-29E2-5E4A-87CA-AF70291CFF82}" dt="2026-06-16T08:33:46.030" v="43" actId="2711"/>
          <ac:spMkLst>
            <pc:docMk/>
            <pc:sldMk cId="503758661" sldId="271"/>
            <ac:spMk id="44" creationId="{29016978-EDA8-421C-A7A2-833AE69B0918}"/>
          </ac:spMkLst>
        </pc:spChg>
        <pc:spChg chg="mod">
          <ac:chgData name="Kelii Hall" userId="f7828e0f0f85aff9" providerId="LiveId" clId="{C67A157E-29E2-5E4A-87CA-AF70291CFF82}" dt="2026-06-16T08:33:46.030" v="43" actId="2711"/>
          <ac:spMkLst>
            <pc:docMk/>
            <pc:sldMk cId="503758661" sldId="271"/>
            <ac:spMk id="46" creationId="{8B9D249A-6423-4DF5-98B3-4CD61027BBAA}"/>
          </ac:spMkLst>
        </pc:spChg>
      </pc:sldChg>
      <pc:sldChg chg="modSp mod">
        <pc:chgData name="Kelii Hall" userId="f7828e0f0f85aff9" providerId="LiveId" clId="{C67A157E-29E2-5E4A-87CA-AF70291CFF82}" dt="2026-06-16T08:33:54.129" v="44" actId="2711"/>
        <pc:sldMkLst>
          <pc:docMk/>
          <pc:sldMk cId="869036595" sldId="272"/>
        </pc:sldMkLst>
        <pc:spChg chg="mod">
          <ac:chgData name="Kelii Hall" userId="f7828e0f0f85aff9" providerId="LiveId" clId="{C67A157E-29E2-5E4A-87CA-AF70291CFF82}" dt="2026-06-16T08:33:54.129" v="44" actId="2711"/>
          <ac:spMkLst>
            <pc:docMk/>
            <pc:sldMk cId="869036595" sldId="272"/>
            <ac:spMk id="4" creationId="{6AAD2190-506B-4696-BD67-F534BF9CBEF2}"/>
          </ac:spMkLst>
        </pc:spChg>
        <pc:spChg chg="mod">
          <ac:chgData name="Kelii Hall" userId="f7828e0f0f85aff9" providerId="LiveId" clId="{C67A157E-29E2-5E4A-87CA-AF70291CFF82}" dt="2026-06-16T08:33:54.129" v="44" actId="2711"/>
          <ac:spMkLst>
            <pc:docMk/>
            <pc:sldMk cId="869036595" sldId="272"/>
            <ac:spMk id="7" creationId="{B39FFEC2-8808-4D9D-94A0-660D06D0CBB7}"/>
          </ac:spMkLst>
        </pc:spChg>
        <pc:spChg chg="mod">
          <ac:chgData name="Kelii Hall" userId="f7828e0f0f85aff9" providerId="LiveId" clId="{C67A157E-29E2-5E4A-87CA-AF70291CFF82}" dt="2026-06-16T08:33:54.129" v="44" actId="2711"/>
          <ac:spMkLst>
            <pc:docMk/>
            <pc:sldMk cId="869036595" sldId="272"/>
            <ac:spMk id="17" creationId="{5B688E48-682D-461A-A91C-0726232F7FF8}"/>
          </ac:spMkLst>
        </pc:spChg>
        <pc:spChg chg="mod">
          <ac:chgData name="Kelii Hall" userId="f7828e0f0f85aff9" providerId="LiveId" clId="{C67A157E-29E2-5E4A-87CA-AF70291CFF82}" dt="2026-06-16T08:33:54.129" v="44" actId="2711"/>
          <ac:spMkLst>
            <pc:docMk/>
            <pc:sldMk cId="869036595" sldId="272"/>
            <ac:spMk id="22" creationId="{9ED6D1AE-150B-4DD4-B909-548ADDC04186}"/>
          </ac:spMkLst>
        </pc:spChg>
        <pc:spChg chg="mod">
          <ac:chgData name="Kelii Hall" userId="f7828e0f0f85aff9" providerId="LiveId" clId="{C67A157E-29E2-5E4A-87CA-AF70291CFF82}" dt="2026-06-16T08:33:54.129" v="44" actId="2711"/>
          <ac:spMkLst>
            <pc:docMk/>
            <pc:sldMk cId="869036595" sldId="272"/>
            <ac:spMk id="26" creationId="{22C3D8A9-7022-44D0-81AB-9240F2EA08B2}"/>
          </ac:spMkLst>
        </pc:spChg>
        <pc:spChg chg="mod">
          <ac:chgData name="Kelii Hall" userId="f7828e0f0f85aff9" providerId="LiveId" clId="{C67A157E-29E2-5E4A-87CA-AF70291CFF82}" dt="2026-06-16T08:33:54.129" v="44" actId="2711"/>
          <ac:spMkLst>
            <pc:docMk/>
            <pc:sldMk cId="869036595" sldId="272"/>
            <ac:spMk id="31" creationId="{164F810F-EFCB-40BE-A013-44210AB58644}"/>
          </ac:spMkLst>
        </pc:spChg>
        <pc:spChg chg="mod">
          <ac:chgData name="Kelii Hall" userId="f7828e0f0f85aff9" providerId="LiveId" clId="{C67A157E-29E2-5E4A-87CA-AF70291CFF82}" dt="2026-06-16T08:33:54.129" v="44" actId="2711"/>
          <ac:spMkLst>
            <pc:docMk/>
            <pc:sldMk cId="869036595" sldId="272"/>
            <ac:spMk id="35" creationId="{14550ED7-ABC9-4EA2-8482-CD6D2597F875}"/>
          </ac:spMkLst>
        </pc:spChg>
        <pc:spChg chg="mod">
          <ac:chgData name="Kelii Hall" userId="f7828e0f0f85aff9" providerId="LiveId" clId="{C67A157E-29E2-5E4A-87CA-AF70291CFF82}" dt="2026-06-16T08:33:54.129" v="44" actId="2711"/>
          <ac:spMkLst>
            <pc:docMk/>
            <pc:sldMk cId="869036595" sldId="272"/>
            <ac:spMk id="41" creationId="{812FB6D9-1FD4-4F7D-80A3-74E28260B8E3}"/>
          </ac:spMkLst>
        </pc:spChg>
        <pc:spChg chg="mod">
          <ac:chgData name="Kelii Hall" userId="f7828e0f0f85aff9" providerId="LiveId" clId="{C67A157E-29E2-5E4A-87CA-AF70291CFF82}" dt="2026-06-16T08:33:54.129" v="44" actId="2711"/>
          <ac:spMkLst>
            <pc:docMk/>
            <pc:sldMk cId="869036595" sldId="272"/>
            <ac:spMk id="47" creationId="{37CAF82F-2199-4C1D-9F99-929A3B1C2AB2}"/>
          </ac:spMkLst>
        </pc:spChg>
        <pc:spChg chg="mod">
          <ac:chgData name="Kelii Hall" userId="f7828e0f0f85aff9" providerId="LiveId" clId="{C67A157E-29E2-5E4A-87CA-AF70291CFF82}" dt="2026-06-16T08:33:54.129" v="44" actId="2711"/>
          <ac:spMkLst>
            <pc:docMk/>
            <pc:sldMk cId="869036595" sldId="272"/>
            <ac:spMk id="52" creationId="{1974FF26-90EF-436D-AEC4-1E1794627492}"/>
          </ac:spMkLst>
        </pc:spChg>
      </pc:sldChg>
      <pc:sldChg chg="delSp modSp mod">
        <pc:chgData name="Kelii Hall" userId="f7828e0f0f85aff9" providerId="LiveId" clId="{C67A157E-29E2-5E4A-87CA-AF70291CFF82}" dt="2026-06-16T08:34:00.515" v="45" actId="2711"/>
        <pc:sldMkLst>
          <pc:docMk/>
          <pc:sldMk cId="1664003229" sldId="273"/>
        </pc:sldMkLst>
        <pc:spChg chg="mod">
          <ac:chgData name="Kelii Hall" userId="f7828e0f0f85aff9" providerId="LiveId" clId="{C67A157E-29E2-5E4A-87CA-AF70291CFF82}" dt="2026-06-16T08:34:00.515" v="45" actId="2711"/>
          <ac:spMkLst>
            <pc:docMk/>
            <pc:sldMk cId="1664003229" sldId="273"/>
            <ac:spMk id="6" creationId="{8AC7C783-3B8F-49DC-925F-AB79F10FCAF5}"/>
          </ac:spMkLst>
        </pc:spChg>
        <pc:spChg chg="mod">
          <ac:chgData name="Kelii Hall" userId="f7828e0f0f85aff9" providerId="LiveId" clId="{C67A157E-29E2-5E4A-87CA-AF70291CFF82}" dt="2026-06-16T08:34:00.515" v="45" actId="2711"/>
          <ac:spMkLst>
            <pc:docMk/>
            <pc:sldMk cId="1664003229" sldId="273"/>
            <ac:spMk id="13" creationId="{97B4B71C-661F-4E4A-9E28-9B58801DFD03}"/>
          </ac:spMkLst>
        </pc:spChg>
        <pc:spChg chg="mod">
          <ac:chgData name="Kelii Hall" userId="f7828e0f0f85aff9" providerId="LiveId" clId="{C67A157E-29E2-5E4A-87CA-AF70291CFF82}" dt="2026-06-16T08:34:00.515" v="45" actId="2711"/>
          <ac:spMkLst>
            <pc:docMk/>
            <pc:sldMk cId="1664003229" sldId="273"/>
            <ac:spMk id="16" creationId="{BA78E067-9439-4BA4-AEE7-57203C1BE62A}"/>
          </ac:spMkLst>
        </pc:spChg>
        <pc:spChg chg="mod">
          <ac:chgData name="Kelii Hall" userId="f7828e0f0f85aff9" providerId="LiveId" clId="{C67A157E-29E2-5E4A-87CA-AF70291CFF82}" dt="2026-06-16T08:34:00.515" v="45" actId="2711"/>
          <ac:spMkLst>
            <pc:docMk/>
            <pc:sldMk cId="1664003229" sldId="273"/>
            <ac:spMk id="21" creationId="{5B046424-9845-4ED5-86E9-F41D5A092678}"/>
          </ac:spMkLst>
        </pc:spChg>
        <pc:spChg chg="mod">
          <ac:chgData name="Kelii Hall" userId="f7828e0f0f85aff9" providerId="LiveId" clId="{C67A157E-29E2-5E4A-87CA-AF70291CFF82}" dt="2026-06-16T08:34:00.515" v="45" actId="2711"/>
          <ac:spMkLst>
            <pc:docMk/>
            <pc:sldMk cId="1664003229" sldId="273"/>
            <ac:spMk id="26" creationId="{A6B5D353-0DBC-4FE5-8EEE-E6D999CBC274}"/>
          </ac:spMkLst>
        </pc:spChg>
        <pc:spChg chg="mod">
          <ac:chgData name="Kelii Hall" userId="f7828e0f0f85aff9" providerId="LiveId" clId="{C67A157E-29E2-5E4A-87CA-AF70291CFF82}" dt="2026-06-16T08:34:00.515" v="45" actId="2711"/>
          <ac:spMkLst>
            <pc:docMk/>
            <pc:sldMk cId="1664003229" sldId="273"/>
            <ac:spMk id="37" creationId="{87035A3E-A70B-44C1-B341-3B7A448AB811}"/>
          </ac:spMkLst>
        </pc:spChg>
        <pc:spChg chg="mod">
          <ac:chgData name="Kelii Hall" userId="f7828e0f0f85aff9" providerId="LiveId" clId="{C67A157E-29E2-5E4A-87CA-AF70291CFF82}" dt="2026-06-16T08:34:00.515" v="45" actId="2711"/>
          <ac:spMkLst>
            <pc:docMk/>
            <pc:sldMk cId="1664003229" sldId="273"/>
            <ac:spMk id="40" creationId="{9A614E1C-CE66-47BE-9C50-B9BE4D0198E4}"/>
          </ac:spMkLst>
        </pc:spChg>
        <pc:spChg chg="mod">
          <ac:chgData name="Kelii Hall" userId="f7828e0f0f85aff9" providerId="LiveId" clId="{C67A157E-29E2-5E4A-87CA-AF70291CFF82}" dt="2026-06-16T08:34:00.515" v="45" actId="2711"/>
          <ac:spMkLst>
            <pc:docMk/>
            <pc:sldMk cId="1664003229" sldId="273"/>
            <ac:spMk id="46" creationId="{C6E0D219-FDDC-4E9F-8311-0F68E8204D61}"/>
          </ac:spMkLst>
        </pc:spChg>
        <pc:spChg chg="mod">
          <ac:chgData name="Kelii Hall" userId="f7828e0f0f85aff9" providerId="LiveId" clId="{C67A157E-29E2-5E4A-87CA-AF70291CFF82}" dt="2026-06-16T08:34:00.515" v="45" actId="2711"/>
          <ac:spMkLst>
            <pc:docMk/>
            <pc:sldMk cId="1664003229" sldId="273"/>
            <ac:spMk id="49" creationId="{90598424-37C0-4624-838E-57B58AC7B504}"/>
          </ac:spMkLst>
        </pc:spChg>
        <pc:spChg chg="mod">
          <ac:chgData name="Kelii Hall" userId="f7828e0f0f85aff9" providerId="LiveId" clId="{C67A157E-29E2-5E4A-87CA-AF70291CFF82}" dt="2026-06-16T08:34:00.515" v="45" actId="2711"/>
          <ac:spMkLst>
            <pc:docMk/>
            <pc:sldMk cId="1664003229" sldId="273"/>
            <ac:spMk id="55" creationId="{404B4E67-6B66-4B90-AA7F-BCAA0B4F2BDD}"/>
          </ac:spMkLst>
        </pc:spChg>
        <pc:spChg chg="del">
          <ac:chgData name="Kelii Hall" userId="f7828e0f0f85aff9" providerId="LiveId" clId="{C67A157E-29E2-5E4A-87CA-AF70291CFF82}" dt="2026-06-16T07:33:09.410" v="2" actId="478"/>
          <ac:spMkLst>
            <pc:docMk/>
            <pc:sldMk cId="1664003229" sldId="273"/>
            <ac:spMk id="64" creationId="{BCD89F1F-39D1-48F9-8C98-51E81EE0BDC8}"/>
          </ac:spMkLst>
        </pc:spChg>
      </pc:sldChg>
      <pc:sldChg chg="modSp mod">
        <pc:chgData name="Kelii Hall" userId="f7828e0f0f85aff9" providerId="LiveId" clId="{C67A157E-29E2-5E4A-87CA-AF70291CFF82}" dt="2026-06-16T08:34:11.676" v="46" actId="2711"/>
        <pc:sldMkLst>
          <pc:docMk/>
          <pc:sldMk cId="1439485961" sldId="274"/>
        </pc:sldMkLst>
        <pc:spChg chg="mod">
          <ac:chgData name="Kelii Hall" userId="f7828e0f0f85aff9" providerId="LiveId" clId="{C67A157E-29E2-5E4A-87CA-AF70291CFF82}" dt="2026-06-16T08:34:11.676" v="46" actId="2711"/>
          <ac:spMkLst>
            <pc:docMk/>
            <pc:sldMk cId="1439485961" sldId="274"/>
            <ac:spMk id="10" creationId="{56ACA557-128F-4C2A-9BE5-A79D3813594A}"/>
          </ac:spMkLst>
        </pc:spChg>
        <pc:spChg chg="mod">
          <ac:chgData name="Kelii Hall" userId="f7828e0f0f85aff9" providerId="LiveId" clId="{C67A157E-29E2-5E4A-87CA-AF70291CFF82}" dt="2026-06-16T08:34:11.676" v="46" actId="2711"/>
          <ac:spMkLst>
            <pc:docMk/>
            <pc:sldMk cId="1439485961" sldId="274"/>
            <ac:spMk id="14" creationId="{E14C635D-9F72-4752-B12D-3989B570E08B}"/>
          </ac:spMkLst>
        </pc:spChg>
        <pc:spChg chg="mod">
          <ac:chgData name="Kelii Hall" userId="f7828e0f0f85aff9" providerId="LiveId" clId="{C67A157E-29E2-5E4A-87CA-AF70291CFF82}" dt="2026-06-16T08:34:11.676" v="46" actId="2711"/>
          <ac:spMkLst>
            <pc:docMk/>
            <pc:sldMk cId="1439485961" sldId="274"/>
            <ac:spMk id="18" creationId="{BA536FB5-3F40-428C-8D00-D2C727A86110}"/>
          </ac:spMkLst>
        </pc:spChg>
        <pc:spChg chg="mod">
          <ac:chgData name="Kelii Hall" userId="f7828e0f0f85aff9" providerId="LiveId" clId="{C67A157E-29E2-5E4A-87CA-AF70291CFF82}" dt="2026-06-16T08:34:11.676" v="46" actId="2711"/>
          <ac:spMkLst>
            <pc:docMk/>
            <pc:sldMk cId="1439485961" sldId="274"/>
            <ac:spMk id="22" creationId="{7A7757DC-DEBA-4290-8ABD-84380E949C9A}"/>
          </ac:spMkLst>
        </pc:spChg>
        <pc:spChg chg="mod">
          <ac:chgData name="Kelii Hall" userId="f7828e0f0f85aff9" providerId="LiveId" clId="{C67A157E-29E2-5E4A-87CA-AF70291CFF82}" dt="2026-06-16T08:34:11.676" v="46" actId="2711"/>
          <ac:spMkLst>
            <pc:docMk/>
            <pc:sldMk cId="1439485961" sldId="274"/>
            <ac:spMk id="26" creationId="{38792814-7E27-4DCB-BEC9-D1F82AEFF358}"/>
          </ac:spMkLst>
        </pc:spChg>
        <pc:spChg chg="mod">
          <ac:chgData name="Kelii Hall" userId="f7828e0f0f85aff9" providerId="LiveId" clId="{C67A157E-29E2-5E4A-87CA-AF70291CFF82}" dt="2026-06-16T08:34:11.676" v="46" actId="2711"/>
          <ac:spMkLst>
            <pc:docMk/>
            <pc:sldMk cId="1439485961" sldId="274"/>
            <ac:spMk id="38" creationId="{2E5A754B-B330-4B6D-AE0D-BEFAB18A11B3}"/>
          </ac:spMkLst>
        </pc:spChg>
        <pc:spChg chg="mod">
          <ac:chgData name="Kelii Hall" userId="f7828e0f0f85aff9" providerId="LiveId" clId="{C67A157E-29E2-5E4A-87CA-AF70291CFF82}" dt="2026-06-16T08:34:11.676" v="46" actId="2711"/>
          <ac:spMkLst>
            <pc:docMk/>
            <pc:sldMk cId="1439485961" sldId="274"/>
            <ac:spMk id="43" creationId="{9395BF0F-41FD-494D-9BA5-D218C5878F1C}"/>
          </ac:spMkLst>
        </pc:spChg>
        <pc:spChg chg="mod">
          <ac:chgData name="Kelii Hall" userId="f7828e0f0f85aff9" providerId="LiveId" clId="{C67A157E-29E2-5E4A-87CA-AF70291CFF82}" dt="2026-06-16T08:34:11.676" v="46" actId="2711"/>
          <ac:spMkLst>
            <pc:docMk/>
            <pc:sldMk cId="1439485961" sldId="274"/>
            <ac:spMk id="47" creationId="{17E56FBA-818B-4BAB-BCFE-FF6754381682}"/>
          </ac:spMkLst>
        </pc:spChg>
        <pc:spChg chg="mod">
          <ac:chgData name="Kelii Hall" userId="f7828e0f0f85aff9" providerId="LiveId" clId="{C67A157E-29E2-5E4A-87CA-AF70291CFF82}" dt="2026-06-16T08:34:11.676" v="46" actId="2711"/>
          <ac:spMkLst>
            <pc:docMk/>
            <pc:sldMk cId="1439485961" sldId="274"/>
            <ac:spMk id="51" creationId="{C4C623D6-D6B1-4BF3-854D-B9D990659B8B}"/>
          </ac:spMkLst>
        </pc:spChg>
        <pc:spChg chg="mod">
          <ac:chgData name="Kelii Hall" userId="f7828e0f0f85aff9" providerId="LiveId" clId="{C67A157E-29E2-5E4A-87CA-AF70291CFF82}" dt="2026-06-16T08:34:11.676" v="46" actId="2711"/>
          <ac:spMkLst>
            <pc:docMk/>
            <pc:sldMk cId="1439485961" sldId="274"/>
            <ac:spMk id="58" creationId="{9F370D71-DD00-4C4A-A4D8-F73BA38D4AA2}"/>
          </ac:spMkLst>
        </pc:spChg>
      </pc:sldChg>
      <pc:sldChg chg="modSp mod">
        <pc:chgData name="Kelii Hall" userId="f7828e0f0f85aff9" providerId="LiveId" clId="{C67A157E-29E2-5E4A-87CA-AF70291CFF82}" dt="2026-06-16T08:34:27.228" v="47" actId="2711"/>
        <pc:sldMkLst>
          <pc:docMk/>
          <pc:sldMk cId="1386713287" sldId="275"/>
        </pc:sldMkLst>
        <pc:spChg chg="mod">
          <ac:chgData name="Kelii Hall" userId="f7828e0f0f85aff9" providerId="LiveId" clId="{C67A157E-29E2-5E4A-87CA-AF70291CFF82}" dt="2026-06-16T08:34:27.228" v="47" actId="2711"/>
          <ac:spMkLst>
            <pc:docMk/>
            <pc:sldMk cId="1386713287" sldId="275"/>
            <ac:spMk id="3" creationId="{FBEFA578-3613-4825-A170-ABA26B0A2186}"/>
          </ac:spMkLst>
        </pc:spChg>
        <pc:spChg chg="mod">
          <ac:chgData name="Kelii Hall" userId="f7828e0f0f85aff9" providerId="LiveId" clId="{C67A157E-29E2-5E4A-87CA-AF70291CFF82}" dt="2026-06-16T08:34:27.228" v="47" actId="2711"/>
          <ac:spMkLst>
            <pc:docMk/>
            <pc:sldMk cId="1386713287" sldId="275"/>
            <ac:spMk id="6" creationId="{24C9D498-C455-43EE-8681-C8BAC585929B}"/>
          </ac:spMkLst>
        </pc:spChg>
        <pc:spChg chg="mod">
          <ac:chgData name="Kelii Hall" userId="f7828e0f0f85aff9" providerId="LiveId" clId="{C67A157E-29E2-5E4A-87CA-AF70291CFF82}" dt="2026-06-16T08:34:27.228" v="47" actId="2711"/>
          <ac:spMkLst>
            <pc:docMk/>
            <pc:sldMk cId="1386713287" sldId="275"/>
            <ac:spMk id="12" creationId="{B79CADCA-D01C-4043-9737-0DC17A9D0E74}"/>
          </ac:spMkLst>
        </pc:spChg>
        <pc:spChg chg="mod">
          <ac:chgData name="Kelii Hall" userId="f7828e0f0f85aff9" providerId="LiveId" clId="{C67A157E-29E2-5E4A-87CA-AF70291CFF82}" dt="2026-06-16T08:34:27.228" v="47" actId="2711"/>
          <ac:spMkLst>
            <pc:docMk/>
            <pc:sldMk cId="1386713287" sldId="275"/>
            <ac:spMk id="19" creationId="{4F64EA34-11BC-4EBD-AD2D-9B699CBF92D5}"/>
          </ac:spMkLst>
        </pc:spChg>
        <pc:spChg chg="mod">
          <ac:chgData name="Kelii Hall" userId="f7828e0f0f85aff9" providerId="LiveId" clId="{C67A157E-29E2-5E4A-87CA-AF70291CFF82}" dt="2026-06-16T08:34:27.228" v="47" actId="2711"/>
          <ac:spMkLst>
            <pc:docMk/>
            <pc:sldMk cId="1386713287" sldId="275"/>
            <ac:spMk id="25" creationId="{86487DA0-C16D-4D2E-8415-853B8478C6E4}"/>
          </ac:spMkLst>
        </pc:spChg>
        <pc:spChg chg="mod">
          <ac:chgData name="Kelii Hall" userId="f7828e0f0f85aff9" providerId="LiveId" clId="{C67A157E-29E2-5E4A-87CA-AF70291CFF82}" dt="2026-06-16T08:34:27.228" v="47" actId="2711"/>
          <ac:spMkLst>
            <pc:docMk/>
            <pc:sldMk cId="1386713287" sldId="275"/>
            <ac:spMk id="28" creationId="{0E7329DB-8F71-4E3E-8DDE-4DCC8E86FACC}"/>
          </ac:spMkLst>
        </pc:spChg>
        <pc:spChg chg="mod">
          <ac:chgData name="Kelii Hall" userId="f7828e0f0f85aff9" providerId="LiveId" clId="{C67A157E-29E2-5E4A-87CA-AF70291CFF82}" dt="2026-06-16T08:34:27.228" v="47" actId="2711"/>
          <ac:spMkLst>
            <pc:docMk/>
            <pc:sldMk cId="1386713287" sldId="275"/>
            <ac:spMk id="30" creationId="{CC83F0EB-AF9C-4787-8B42-A3DAD7A4474C}"/>
          </ac:spMkLst>
        </pc:spChg>
        <pc:spChg chg="mod">
          <ac:chgData name="Kelii Hall" userId="f7828e0f0f85aff9" providerId="LiveId" clId="{C67A157E-29E2-5E4A-87CA-AF70291CFF82}" dt="2026-06-16T08:34:27.228" v="47" actId="2711"/>
          <ac:spMkLst>
            <pc:docMk/>
            <pc:sldMk cId="1386713287" sldId="275"/>
            <ac:spMk id="35" creationId="{E30C4F2C-109A-4DDB-ACB6-C6AC3ABC3713}"/>
          </ac:spMkLst>
        </pc:spChg>
        <pc:spChg chg="mod">
          <ac:chgData name="Kelii Hall" userId="f7828e0f0f85aff9" providerId="LiveId" clId="{C67A157E-29E2-5E4A-87CA-AF70291CFF82}" dt="2026-06-16T08:34:27.228" v="47" actId="2711"/>
          <ac:spMkLst>
            <pc:docMk/>
            <pc:sldMk cId="1386713287" sldId="275"/>
            <ac:spMk id="36" creationId="{8636BB16-055E-4F64-8987-74F89FCC08B5}"/>
          </ac:spMkLst>
        </pc:spChg>
        <pc:spChg chg="mod">
          <ac:chgData name="Kelii Hall" userId="f7828e0f0f85aff9" providerId="LiveId" clId="{C67A157E-29E2-5E4A-87CA-AF70291CFF82}" dt="2026-06-16T08:34:27.228" v="47" actId="2711"/>
          <ac:spMkLst>
            <pc:docMk/>
            <pc:sldMk cId="1386713287" sldId="275"/>
            <ac:spMk id="41" creationId="{37A1EA11-0E76-4E1B-A6E6-E5BC20FEFECB}"/>
          </ac:spMkLst>
        </pc:spChg>
      </pc:sldChg>
      <pc:sldChg chg="modSp mod">
        <pc:chgData name="Kelii Hall" userId="f7828e0f0f85aff9" providerId="LiveId" clId="{C67A157E-29E2-5E4A-87CA-AF70291CFF82}" dt="2026-06-16T08:34:38.074" v="48" actId="2711"/>
        <pc:sldMkLst>
          <pc:docMk/>
          <pc:sldMk cId="983341179" sldId="276"/>
        </pc:sldMkLst>
        <pc:spChg chg="mod">
          <ac:chgData name="Kelii Hall" userId="f7828e0f0f85aff9" providerId="LiveId" clId="{C67A157E-29E2-5E4A-87CA-AF70291CFF82}" dt="2026-06-16T08:34:38.074" v="48" actId="2711"/>
          <ac:spMkLst>
            <pc:docMk/>
            <pc:sldMk cId="983341179" sldId="276"/>
            <ac:spMk id="5" creationId="{D91221AC-C539-4BFA-9FC4-F537CE9EAC0E}"/>
          </ac:spMkLst>
        </pc:spChg>
        <pc:spChg chg="mod">
          <ac:chgData name="Kelii Hall" userId="f7828e0f0f85aff9" providerId="LiveId" clId="{C67A157E-29E2-5E4A-87CA-AF70291CFF82}" dt="2026-06-16T08:34:38.074" v="48" actId="2711"/>
          <ac:spMkLst>
            <pc:docMk/>
            <pc:sldMk cId="983341179" sldId="276"/>
            <ac:spMk id="11" creationId="{A02CBE00-2A8B-4488-87AC-50454D7EB024}"/>
          </ac:spMkLst>
        </pc:spChg>
        <pc:spChg chg="mod">
          <ac:chgData name="Kelii Hall" userId="f7828e0f0f85aff9" providerId="LiveId" clId="{C67A157E-29E2-5E4A-87CA-AF70291CFF82}" dt="2026-06-16T08:34:38.074" v="48" actId="2711"/>
          <ac:spMkLst>
            <pc:docMk/>
            <pc:sldMk cId="983341179" sldId="276"/>
            <ac:spMk id="16" creationId="{739FB5E0-7FF2-49DB-9275-2C6DDACA6247}"/>
          </ac:spMkLst>
        </pc:spChg>
        <pc:spChg chg="mod">
          <ac:chgData name="Kelii Hall" userId="f7828e0f0f85aff9" providerId="LiveId" clId="{C67A157E-29E2-5E4A-87CA-AF70291CFF82}" dt="2026-06-16T08:34:38.074" v="48" actId="2711"/>
          <ac:spMkLst>
            <pc:docMk/>
            <pc:sldMk cId="983341179" sldId="276"/>
            <ac:spMk id="17" creationId="{6FC63D27-16C7-42AA-8D2B-94B0D709A290}"/>
          </ac:spMkLst>
        </pc:spChg>
        <pc:spChg chg="mod">
          <ac:chgData name="Kelii Hall" userId="f7828e0f0f85aff9" providerId="LiveId" clId="{C67A157E-29E2-5E4A-87CA-AF70291CFF82}" dt="2026-06-16T08:34:38.074" v="48" actId="2711"/>
          <ac:spMkLst>
            <pc:docMk/>
            <pc:sldMk cId="983341179" sldId="276"/>
            <ac:spMk id="22" creationId="{CE153F35-4733-4633-9F36-02A0D9D89DAA}"/>
          </ac:spMkLst>
        </pc:spChg>
        <pc:spChg chg="mod">
          <ac:chgData name="Kelii Hall" userId="f7828e0f0f85aff9" providerId="LiveId" clId="{C67A157E-29E2-5E4A-87CA-AF70291CFF82}" dt="2026-06-16T08:34:38.074" v="48" actId="2711"/>
          <ac:spMkLst>
            <pc:docMk/>
            <pc:sldMk cId="983341179" sldId="276"/>
            <ac:spMk id="23" creationId="{5E64A90C-FD38-452B-A1EC-4FB248AE8700}"/>
          </ac:spMkLst>
        </pc:spChg>
        <pc:spChg chg="mod">
          <ac:chgData name="Kelii Hall" userId="f7828e0f0f85aff9" providerId="LiveId" clId="{C67A157E-29E2-5E4A-87CA-AF70291CFF82}" dt="2026-06-16T08:34:38.074" v="48" actId="2711"/>
          <ac:spMkLst>
            <pc:docMk/>
            <pc:sldMk cId="983341179" sldId="276"/>
            <ac:spMk id="28" creationId="{7D8352D1-8F5B-4B5F-B0C0-FD0BB32EED2D}"/>
          </ac:spMkLst>
        </pc:spChg>
        <pc:spChg chg="mod">
          <ac:chgData name="Kelii Hall" userId="f7828e0f0f85aff9" providerId="LiveId" clId="{C67A157E-29E2-5E4A-87CA-AF70291CFF82}" dt="2026-06-16T08:34:38.074" v="48" actId="2711"/>
          <ac:spMkLst>
            <pc:docMk/>
            <pc:sldMk cId="983341179" sldId="276"/>
            <ac:spMk id="29" creationId="{A5813AD2-0E36-4482-B9DB-CF5822B6F37B}"/>
          </ac:spMkLst>
        </pc:spChg>
        <pc:spChg chg="mod">
          <ac:chgData name="Kelii Hall" userId="f7828e0f0f85aff9" providerId="LiveId" clId="{C67A157E-29E2-5E4A-87CA-AF70291CFF82}" dt="2026-06-16T08:34:38.074" v="48" actId="2711"/>
          <ac:spMkLst>
            <pc:docMk/>
            <pc:sldMk cId="983341179" sldId="276"/>
            <ac:spMk id="32" creationId="{280B3D02-7781-4777-9741-0E5B82460E0F}"/>
          </ac:spMkLst>
        </pc:spChg>
        <pc:spChg chg="mod">
          <ac:chgData name="Kelii Hall" userId="f7828e0f0f85aff9" providerId="LiveId" clId="{C67A157E-29E2-5E4A-87CA-AF70291CFF82}" dt="2026-06-16T08:34:38.074" v="48" actId="2711"/>
          <ac:spMkLst>
            <pc:docMk/>
            <pc:sldMk cId="983341179" sldId="276"/>
            <ac:spMk id="33" creationId="{472B2CCE-8829-4ACA-957A-F41949CB30BE}"/>
          </ac:spMkLst>
        </pc:spChg>
      </pc:sldChg>
      <pc:sldChg chg="modSp mod">
        <pc:chgData name="Kelii Hall" userId="f7828e0f0f85aff9" providerId="LiveId" clId="{C67A157E-29E2-5E4A-87CA-AF70291CFF82}" dt="2026-06-16T08:34:54.575" v="50" actId="2711"/>
        <pc:sldMkLst>
          <pc:docMk/>
          <pc:sldMk cId="632908698" sldId="277"/>
        </pc:sldMkLst>
        <pc:spChg chg="mod">
          <ac:chgData name="Kelii Hall" userId="f7828e0f0f85aff9" providerId="LiveId" clId="{C67A157E-29E2-5E4A-87CA-AF70291CFF82}" dt="2026-06-16T08:34:54.575" v="50" actId="2711"/>
          <ac:spMkLst>
            <pc:docMk/>
            <pc:sldMk cId="632908698" sldId="277"/>
            <ac:spMk id="5" creationId="{D8505C16-21C9-4E32-BD08-8A65F0EDDC85}"/>
          </ac:spMkLst>
        </pc:spChg>
        <pc:spChg chg="mod">
          <ac:chgData name="Kelii Hall" userId="f7828e0f0f85aff9" providerId="LiveId" clId="{C67A157E-29E2-5E4A-87CA-AF70291CFF82}" dt="2026-06-16T08:34:54.575" v="50" actId="2711"/>
          <ac:spMkLst>
            <pc:docMk/>
            <pc:sldMk cId="632908698" sldId="277"/>
            <ac:spMk id="12" creationId="{935915B3-DBCB-4E3D-AD41-45199CD811FD}"/>
          </ac:spMkLst>
        </pc:spChg>
        <pc:spChg chg="mod">
          <ac:chgData name="Kelii Hall" userId="f7828e0f0f85aff9" providerId="LiveId" clId="{C67A157E-29E2-5E4A-87CA-AF70291CFF82}" dt="2026-06-16T08:34:54.575" v="50" actId="2711"/>
          <ac:spMkLst>
            <pc:docMk/>
            <pc:sldMk cId="632908698" sldId="277"/>
            <ac:spMk id="21" creationId="{46EC2AEE-AEDC-4083-9346-DBD0F9E1C70F}"/>
          </ac:spMkLst>
        </pc:spChg>
        <pc:spChg chg="mod">
          <ac:chgData name="Kelii Hall" userId="f7828e0f0f85aff9" providerId="LiveId" clId="{C67A157E-29E2-5E4A-87CA-AF70291CFF82}" dt="2026-06-16T08:34:54.575" v="50" actId="2711"/>
          <ac:spMkLst>
            <pc:docMk/>
            <pc:sldMk cId="632908698" sldId="277"/>
            <ac:spMk id="27" creationId="{A8101AC4-3DC6-4621-BE85-645618DE1CFD}"/>
          </ac:spMkLst>
        </pc:spChg>
        <pc:spChg chg="mod">
          <ac:chgData name="Kelii Hall" userId="f7828e0f0f85aff9" providerId="LiveId" clId="{C67A157E-29E2-5E4A-87CA-AF70291CFF82}" dt="2026-06-16T08:34:54.575" v="50" actId="2711"/>
          <ac:spMkLst>
            <pc:docMk/>
            <pc:sldMk cId="632908698" sldId="277"/>
            <ac:spMk id="33" creationId="{159F2889-8758-40D4-901D-D66999E79C28}"/>
          </ac:spMkLst>
        </pc:spChg>
        <pc:spChg chg="mod">
          <ac:chgData name="Kelii Hall" userId="f7828e0f0f85aff9" providerId="LiveId" clId="{C67A157E-29E2-5E4A-87CA-AF70291CFF82}" dt="2026-06-16T08:34:54.575" v="50" actId="2711"/>
          <ac:spMkLst>
            <pc:docMk/>
            <pc:sldMk cId="632908698" sldId="277"/>
            <ac:spMk id="40" creationId="{EFE68181-AF55-462C-98F2-BFEBD1138C10}"/>
          </ac:spMkLst>
        </pc:spChg>
        <pc:spChg chg="mod">
          <ac:chgData name="Kelii Hall" userId="f7828e0f0f85aff9" providerId="LiveId" clId="{C67A157E-29E2-5E4A-87CA-AF70291CFF82}" dt="2026-06-16T08:34:54.575" v="50" actId="2711"/>
          <ac:spMkLst>
            <pc:docMk/>
            <pc:sldMk cId="632908698" sldId="277"/>
            <ac:spMk id="45" creationId="{24F61717-B2BE-4110-B2BE-66075DFA9EA9}"/>
          </ac:spMkLst>
        </pc:spChg>
        <pc:spChg chg="mod">
          <ac:chgData name="Kelii Hall" userId="f7828e0f0f85aff9" providerId="LiveId" clId="{C67A157E-29E2-5E4A-87CA-AF70291CFF82}" dt="2026-06-16T08:34:54.575" v="50" actId="2711"/>
          <ac:spMkLst>
            <pc:docMk/>
            <pc:sldMk cId="632908698" sldId="277"/>
            <ac:spMk id="51" creationId="{8DABEB53-A64B-4B47-86F1-02DC7AEA9E84}"/>
          </ac:spMkLst>
        </pc:spChg>
        <pc:spChg chg="mod">
          <ac:chgData name="Kelii Hall" userId="f7828e0f0f85aff9" providerId="LiveId" clId="{C67A157E-29E2-5E4A-87CA-AF70291CFF82}" dt="2026-06-16T08:34:54.575" v="50" actId="2711"/>
          <ac:spMkLst>
            <pc:docMk/>
            <pc:sldMk cId="632908698" sldId="277"/>
            <ac:spMk id="57" creationId="{C0841B2F-523A-4C5D-9801-D57D20050470}"/>
          </ac:spMkLst>
        </pc:spChg>
        <pc:spChg chg="mod">
          <ac:chgData name="Kelii Hall" userId="f7828e0f0f85aff9" providerId="LiveId" clId="{C67A157E-29E2-5E4A-87CA-AF70291CFF82}" dt="2026-06-16T08:34:54.575" v="50" actId="2711"/>
          <ac:spMkLst>
            <pc:docMk/>
            <pc:sldMk cId="632908698" sldId="277"/>
            <ac:spMk id="61" creationId="{B419B10C-52F5-44EF-8443-C43CC4346A39}"/>
          </ac:spMkLst>
        </pc:spChg>
      </pc:sldChg>
      <pc:sldChg chg="addSp delSp modSp mod">
        <pc:chgData name="Kelii Hall" userId="f7828e0f0f85aff9" providerId="LiveId" clId="{C67A157E-29E2-5E4A-87CA-AF70291CFF82}" dt="2026-06-16T08:35:02.992" v="51" actId="2711"/>
        <pc:sldMkLst>
          <pc:docMk/>
          <pc:sldMk cId="1710425076" sldId="278"/>
        </pc:sldMkLst>
        <pc:spChg chg="mod">
          <ac:chgData name="Kelii Hall" userId="f7828e0f0f85aff9" providerId="LiveId" clId="{C67A157E-29E2-5E4A-87CA-AF70291CFF82}" dt="2026-06-16T08:35:02.992" v="51" actId="2711"/>
          <ac:spMkLst>
            <pc:docMk/>
            <pc:sldMk cId="1710425076" sldId="278"/>
            <ac:spMk id="5" creationId="{902FC277-7A00-47A6-BAA0-7EF1DC2F3A78}"/>
          </ac:spMkLst>
        </pc:spChg>
        <pc:spChg chg="add del mod">
          <ac:chgData name="Kelii Hall" userId="f7828e0f0f85aff9" providerId="LiveId" clId="{C67A157E-29E2-5E4A-87CA-AF70291CFF82}" dt="2026-06-16T07:35:35.580" v="4" actId="478"/>
          <ac:spMkLst>
            <pc:docMk/>
            <pc:sldMk cId="1710425076" sldId="278"/>
            <ac:spMk id="9" creationId="{339A771D-5735-5CAB-DC06-FACB4AE16460}"/>
          </ac:spMkLst>
        </pc:spChg>
        <pc:spChg chg="mod">
          <ac:chgData name="Kelii Hall" userId="f7828e0f0f85aff9" providerId="LiveId" clId="{C67A157E-29E2-5E4A-87CA-AF70291CFF82}" dt="2026-06-16T08:35:02.992" v="51" actId="2711"/>
          <ac:spMkLst>
            <pc:docMk/>
            <pc:sldMk cId="1710425076" sldId="278"/>
            <ac:spMk id="11" creationId="{FFD60A4C-1AA1-4FD4-93CF-B48DA130150E}"/>
          </ac:spMkLst>
        </pc:spChg>
        <pc:spChg chg="mod">
          <ac:chgData name="Kelii Hall" userId="f7828e0f0f85aff9" providerId="LiveId" clId="{C67A157E-29E2-5E4A-87CA-AF70291CFF82}" dt="2026-06-16T08:35:02.992" v="51" actId="2711"/>
          <ac:spMkLst>
            <pc:docMk/>
            <pc:sldMk cId="1710425076" sldId="278"/>
            <ac:spMk id="20" creationId="{703CC229-DDF9-4397-A482-61FC006BAD02}"/>
          </ac:spMkLst>
        </pc:spChg>
        <pc:spChg chg="mod">
          <ac:chgData name="Kelii Hall" userId="f7828e0f0f85aff9" providerId="LiveId" clId="{C67A157E-29E2-5E4A-87CA-AF70291CFF82}" dt="2026-06-16T08:35:02.992" v="51" actId="2711"/>
          <ac:spMkLst>
            <pc:docMk/>
            <pc:sldMk cId="1710425076" sldId="278"/>
            <ac:spMk id="26" creationId="{D533BE41-99AC-462F-92A7-5A0302A95EE0}"/>
          </ac:spMkLst>
        </pc:spChg>
        <pc:spChg chg="mod">
          <ac:chgData name="Kelii Hall" userId="f7828e0f0f85aff9" providerId="LiveId" clId="{C67A157E-29E2-5E4A-87CA-AF70291CFF82}" dt="2026-06-16T08:35:02.992" v="51" actId="2711"/>
          <ac:spMkLst>
            <pc:docMk/>
            <pc:sldMk cId="1710425076" sldId="278"/>
            <ac:spMk id="30" creationId="{79A4FB8D-D000-41CB-9BCC-9C58D626E38A}"/>
          </ac:spMkLst>
        </pc:spChg>
        <pc:spChg chg="mod">
          <ac:chgData name="Kelii Hall" userId="f7828e0f0f85aff9" providerId="LiveId" clId="{C67A157E-29E2-5E4A-87CA-AF70291CFF82}" dt="2026-06-16T08:35:02.992" v="51" actId="2711"/>
          <ac:spMkLst>
            <pc:docMk/>
            <pc:sldMk cId="1710425076" sldId="278"/>
            <ac:spMk id="31" creationId="{A1FB2132-0189-47FE-8423-1E72574E9119}"/>
          </ac:spMkLst>
        </pc:spChg>
        <pc:spChg chg="mod">
          <ac:chgData name="Kelii Hall" userId="f7828e0f0f85aff9" providerId="LiveId" clId="{C67A157E-29E2-5E4A-87CA-AF70291CFF82}" dt="2026-06-16T08:35:02.992" v="51" actId="2711"/>
          <ac:spMkLst>
            <pc:docMk/>
            <pc:sldMk cId="1710425076" sldId="278"/>
            <ac:spMk id="34" creationId="{39F65A6E-7C6C-4314-A6E8-DBC07690B56A}"/>
          </ac:spMkLst>
        </pc:spChg>
        <pc:spChg chg="mod">
          <ac:chgData name="Kelii Hall" userId="f7828e0f0f85aff9" providerId="LiveId" clId="{C67A157E-29E2-5E4A-87CA-AF70291CFF82}" dt="2026-06-16T08:35:02.992" v="51" actId="2711"/>
          <ac:spMkLst>
            <pc:docMk/>
            <pc:sldMk cId="1710425076" sldId="278"/>
            <ac:spMk id="36" creationId="{8E0047AB-27E5-41F7-9266-A4566B91B677}"/>
          </ac:spMkLst>
        </pc:spChg>
        <pc:spChg chg="mod">
          <ac:chgData name="Kelii Hall" userId="f7828e0f0f85aff9" providerId="LiveId" clId="{C67A157E-29E2-5E4A-87CA-AF70291CFF82}" dt="2026-06-16T08:35:02.992" v="51" actId="2711"/>
          <ac:spMkLst>
            <pc:docMk/>
            <pc:sldMk cId="1710425076" sldId="278"/>
            <ac:spMk id="39" creationId="{D660606D-B637-44F0-8716-F35765008518}"/>
          </ac:spMkLst>
        </pc:spChg>
        <pc:spChg chg="mod">
          <ac:chgData name="Kelii Hall" userId="f7828e0f0f85aff9" providerId="LiveId" clId="{C67A157E-29E2-5E4A-87CA-AF70291CFF82}" dt="2026-06-16T08:35:02.992" v="51" actId="2711"/>
          <ac:spMkLst>
            <pc:docMk/>
            <pc:sldMk cId="1710425076" sldId="278"/>
            <ac:spMk id="40" creationId="{C299DB68-C6BD-4B3F-A796-DEE3BF7030A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27.png"/><Relationship Id="rId18" Type="http://schemas.openxmlformats.org/officeDocument/2006/relationships/image" Target="../media/image3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17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Relationship Id="rId14" Type="http://schemas.openxmlformats.org/officeDocument/2006/relationships/image" Target="../media/image2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43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sv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10" Type="http://schemas.openxmlformats.org/officeDocument/2006/relationships/image" Target="../media/image40.svg"/><Relationship Id="rId4" Type="http://schemas.openxmlformats.org/officeDocument/2006/relationships/image" Target="../media/image34.svg"/><Relationship Id="rId9" Type="http://schemas.openxmlformats.org/officeDocument/2006/relationships/image" Target="../media/image39.png"/><Relationship Id="rId14" Type="http://schemas.openxmlformats.org/officeDocument/2006/relationships/image" Target="../media/image4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13" Type="http://schemas.openxmlformats.org/officeDocument/2006/relationships/image" Target="../media/image57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sv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5" Type="http://schemas.openxmlformats.org/officeDocument/2006/relationships/image" Target="../media/image59.png"/><Relationship Id="rId10" Type="http://schemas.openxmlformats.org/officeDocument/2006/relationships/image" Target="../media/image54.svg"/><Relationship Id="rId4" Type="http://schemas.openxmlformats.org/officeDocument/2006/relationships/image" Target="../media/image48.svg"/><Relationship Id="rId9" Type="http://schemas.openxmlformats.org/officeDocument/2006/relationships/image" Target="../media/image53.png"/><Relationship Id="rId14" Type="http://schemas.openxmlformats.org/officeDocument/2006/relationships/image" Target="../media/image58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sv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svg"/><Relationship Id="rId5" Type="http://schemas.openxmlformats.org/officeDocument/2006/relationships/image" Target="../media/image65.png"/><Relationship Id="rId10" Type="http://schemas.openxmlformats.org/officeDocument/2006/relationships/image" Target="../media/image70.svg"/><Relationship Id="rId4" Type="http://schemas.openxmlformats.org/officeDocument/2006/relationships/image" Target="../media/image64.svg"/><Relationship Id="rId9" Type="http://schemas.openxmlformats.org/officeDocument/2006/relationships/image" Target="../media/image6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77.png"/><Relationship Id="rId3" Type="http://schemas.openxmlformats.org/officeDocument/2006/relationships/image" Target="../media/image71.png"/><Relationship Id="rId7" Type="http://schemas.openxmlformats.org/officeDocument/2006/relationships/image" Target="../media/image23.png"/><Relationship Id="rId12" Type="http://schemas.openxmlformats.org/officeDocument/2006/relationships/image" Target="../media/image76.sv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8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svg"/><Relationship Id="rId11" Type="http://schemas.openxmlformats.org/officeDocument/2006/relationships/image" Target="../media/image75.png"/><Relationship Id="rId5" Type="http://schemas.openxmlformats.org/officeDocument/2006/relationships/image" Target="../media/image73.png"/><Relationship Id="rId15" Type="http://schemas.openxmlformats.org/officeDocument/2006/relationships/image" Target="../media/image79.png"/><Relationship Id="rId10" Type="http://schemas.openxmlformats.org/officeDocument/2006/relationships/image" Target="../media/image28.svg"/><Relationship Id="rId4" Type="http://schemas.openxmlformats.org/officeDocument/2006/relationships/image" Target="../media/image72.svg"/><Relationship Id="rId9" Type="http://schemas.openxmlformats.org/officeDocument/2006/relationships/image" Target="../media/image27.png"/><Relationship Id="rId14" Type="http://schemas.openxmlformats.org/officeDocument/2006/relationships/image" Target="../media/image7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sv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svg"/><Relationship Id="rId5" Type="http://schemas.openxmlformats.org/officeDocument/2006/relationships/image" Target="../media/image83.png"/><Relationship Id="rId10" Type="http://schemas.openxmlformats.org/officeDocument/2006/relationships/image" Target="../media/image88.svg"/><Relationship Id="rId4" Type="http://schemas.openxmlformats.org/officeDocument/2006/relationships/image" Target="../media/image82.svg"/><Relationship Id="rId9" Type="http://schemas.openxmlformats.org/officeDocument/2006/relationships/image" Target="../media/image8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0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svg"/><Relationship Id="rId3" Type="http://schemas.openxmlformats.org/officeDocument/2006/relationships/image" Target="../media/image11.png"/><Relationship Id="rId7" Type="http://schemas.openxmlformats.org/officeDocument/2006/relationships/image" Target="../media/image93.png"/><Relationship Id="rId12" Type="http://schemas.openxmlformats.org/officeDocument/2006/relationships/image" Target="../media/image96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svg"/><Relationship Id="rId11" Type="http://schemas.openxmlformats.org/officeDocument/2006/relationships/image" Target="../media/image95.png"/><Relationship Id="rId5" Type="http://schemas.openxmlformats.org/officeDocument/2006/relationships/image" Target="../media/image91.png"/><Relationship Id="rId10" Type="http://schemas.openxmlformats.org/officeDocument/2006/relationships/image" Target="../media/image46.svg"/><Relationship Id="rId4" Type="http://schemas.openxmlformats.org/officeDocument/2006/relationships/image" Target="../media/image12.svg"/><Relationship Id="rId9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sv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svg"/><Relationship Id="rId5" Type="http://schemas.openxmlformats.org/officeDocument/2006/relationships/image" Target="../media/image99.png"/><Relationship Id="rId10" Type="http://schemas.openxmlformats.org/officeDocument/2006/relationships/image" Target="../media/image104.svg"/><Relationship Id="rId4" Type="http://schemas.openxmlformats.org/officeDocument/2006/relationships/image" Target="../media/image98.svg"/><Relationship Id="rId9" Type="http://schemas.openxmlformats.org/officeDocument/2006/relationships/image" Target="../media/image10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6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svg"/><Relationship Id="rId3" Type="http://schemas.openxmlformats.org/officeDocument/2006/relationships/image" Target="../media/image35.png"/><Relationship Id="rId7" Type="http://schemas.openxmlformats.org/officeDocument/2006/relationships/image" Target="../media/image10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8.svg"/><Relationship Id="rId5" Type="http://schemas.openxmlformats.org/officeDocument/2006/relationships/image" Target="../media/image107.png"/><Relationship Id="rId10" Type="http://schemas.openxmlformats.org/officeDocument/2006/relationships/image" Target="../media/image112.svg"/><Relationship Id="rId4" Type="http://schemas.openxmlformats.org/officeDocument/2006/relationships/image" Target="../media/image36.svg"/><Relationship Id="rId9" Type="http://schemas.openxmlformats.org/officeDocument/2006/relationships/image" Target="../media/image1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35CE1701-053F-493E-BA72-85CFAF1160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26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1EC8F7D-076A-43B5-A6E7-AB8880356F4F}"/>
              </a:ext>
            </a:extLst>
          </p:cNvPr>
          <p:cNvSpPr>
            <a:spLocks noGrp="1"/>
          </p:cNvSpPr>
          <p:nvPr/>
        </p:nvSpPr>
        <p:spPr>
          <a:xfrm>
            <a:off x="7867650" y="0"/>
            <a:ext cx="4324350" cy="6858000"/>
          </a:xfrm>
          <a:prstGeom prst="rect">
            <a:avLst/>
          </a:prstGeom>
          <a:solidFill>
            <a:srgbClr val="10384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8788C2C0-5CF5-4CF6-9CC9-FC22C2B9A017}"/>
              </a:ext>
            </a:extLst>
          </p:cNvPr>
          <p:cNvSpPr>
            <a:spLocks noGrp="1"/>
          </p:cNvSpPr>
          <p:nvPr/>
        </p:nvSpPr>
        <p:spPr>
          <a:xfrm>
            <a:off x="8705850" y="914400"/>
            <a:ext cx="2171700" cy="2171700"/>
          </a:xfrm>
          <a:prstGeom prst="ellipse">
            <a:avLst/>
          </a:prstGeom>
          <a:solidFill>
            <a:srgbClr val="1454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54448484-F47F-4700-A1B9-574772A7F13E}"/>
              </a:ext>
            </a:extLst>
          </p:cNvPr>
          <p:cNvSpPr>
            <a:spLocks noGrp="1"/>
          </p:cNvSpPr>
          <p:nvPr/>
        </p:nvSpPr>
        <p:spPr>
          <a:xfrm>
            <a:off x="9296400" y="1524000"/>
            <a:ext cx="1143000" cy="1143000"/>
          </a:xfrm>
          <a:prstGeom prst="ellipse">
            <a:avLst/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009D80D-3FF1-4734-ACEC-E8D4E722ED64}"/>
              </a:ext>
            </a:extLst>
          </p:cNvPr>
          <p:cNvSpPr>
            <a:spLocks noGrp="1"/>
          </p:cNvSpPr>
          <p:nvPr/>
        </p:nvSpPr>
        <p:spPr>
          <a:xfrm>
            <a:off x="9639300" y="1866900"/>
            <a:ext cx="457200" cy="457200"/>
          </a:xfrm>
          <a:prstGeom prst="ellipse">
            <a:avLst/>
          </a:prstGeom>
          <a:solidFill>
            <a:srgbClr val="4FAF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AB6EFFCD-EEC2-4B35-8287-A5CDB648724C}"/>
              </a:ext>
            </a:extLst>
          </p:cNvPr>
          <p:cNvSpPr>
            <a:spLocks noGrp="1"/>
          </p:cNvSpPr>
          <p:nvPr/>
        </p:nvSpPr>
        <p:spPr>
          <a:xfrm>
            <a:off x="8828572" y="3846773"/>
            <a:ext cx="666750" cy="666750"/>
          </a:xfrm>
          <a:prstGeom prst="ellipse">
            <a:avLst/>
          </a:prstGeom>
          <a:solidFill>
            <a:srgbClr val="EAF4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9" name="图形 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9009547" y="4018223"/>
            <a:ext cx="304800" cy="3048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2B662FC-0E9E-4782-8AE4-200214FB9110}"/>
              </a:ext>
            </a:extLst>
          </p:cNvPr>
          <p:cNvSpPr>
            <a:spLocks noGrp="1"/>
          </p:cNvSpPr>
          <p:nvPr/>
        </p:nvSpPr>
        <p:spPr>
          <a:xfrm>
            <a:off x="8685697" y="4589723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1">
                <a:solidFill>
                  <a:srgbClr val="D8E8E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altLang="en-US" sz="1050" b="1" dirty="0">
                <a:solidFill>
                  <a:srgbClr val="D8E8E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成长档案</a:t>
            </a:r>
            <a:endParaRPr sz="1050" b="1" dirty="0">
              <a:solidFill>
                <a:srgbClr val="D8E8E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CB47F6A-9793-4103-8E41-FCBDB11A2D4C}"/>
              </a:ext>
            </a:extLst>
          </p:cNvPr>
          <p:cNvSpPr>
            <a:spLocks noGrp="1"/>
          </p:cNvSpPr>
          <p:nvPr/>
        </p:nvSpPr>
        <p:spPr>
          <a:xfrm>
            <a:off x="10257322" y="3446723"/>
            <a:ext cx="666750" cy="666750"/>
          </a:xfrm>
          <a:prstGeom prst="ellipse">
            <a:avLst/>
          </a:prstGeom>
          <a:solidFill>
            <a:srgbClr val="EAF4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2" name="图形 9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0438297" y="3618173"/>
            <a:ext cx="304800" cy="30480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06C0A665-818F-4458-A7AA-3C81AF0ABFBC}"/>
              </a:ext>
            </a:extLst>
          </p:cNvPr>
          <p:cNvSpPr>
            <a:spLocks noGrp="1"/>
          </p:cNvSpPr>
          <p:nvPr/>
        </p:nvSpPr>
        <p:spPr>
          <a:xfrm>
            <a:off x="10114447" y="4189673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1">
                <a:solidFill>
                  <a:srgbClr val="D8E8E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D8E8E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关怀研判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C5A54A6-0BE1-4A14-B6F0-5877514B35BE}"/>
              </a:ext>
            </a:extLst>
          </p:cNvPr>
          <p:cNvSpPr>
            <a:spLocks noGrp="1"/>
          </p:cNvSpPr>
          <p:nvPr/>
        </p:nvSpPr>
        <p:spPr>
          <a:xfrm>
            <a:off x="10905022" y="4608773"/>
            <a:ext cx="666750" cy="666750"/>
          </a:xfrm>
          <a:prstGeom prst="ellipse">
            <a:avLst/>
          </a:prstGeom>
          <a:solidFill>
            <a:srgbClr val="EAF4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5" name="图形 12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11085997" y="4780223"/>
            <a:ext cx="304800" cy="3048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B5D8182D-45AB-4FA1-AEBB-1DC276ECA63B}"/>
              </a:ext>
            </a:extLst>
          </p:cNvPr>
          <p:cNvSpPr>
            <a:spLocks noGrp="1"/>
          </p:cNvSpPr>
          <p:nvPr/>
        </p:nvSpPr>
        <p:spPr>
          <a:xfrm>
            <a:off x="10762147" y="5351723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1">
                <a:solidFill>
                  <a:srgbClr val="D8E8E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D8E8E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关爱干预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C33B32E4-0851-494B-96D1-83065C9C520D}"/>
              </a:ext>
            </a:extLst>
          </p:cNvPr>
          <p:cNvSpPr>
            <a:spLocks noGrp="1"/>
          </p:cNvSpPr>
          <p:nvPr/>
        </p:nvSpPr>
        <p:spPr>
          <a:xfrm>
            <a:off x="9304822" y="5104073"/>
            <a:ext cx="666750" cy="666750"/>
          </a:xfrm>
          <a:prstGeom prst="ellipse">
            <a:avLst/>
          </a:prstGeom>
          <a:solidFill>
            <a:srgbClr val="EAF4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8" name="图形 15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9485797" y="5275523"/>
            <a:ext cx="304800" cy="304800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785EA4D0-7F20-4A18-B137-043A82C35911}"/>
              </a:ext>
            </a:extLst>
          </p:cNvPr>
          <p:cNvSpPr>
            <a:spLocks noGrp="1"/>
          </p:cNvSpPr>
          <p:nvPr/>
        </p:nvSpPr>
        <p:spPr>
          <a:xfrm>
            <a:off x="9161947" y="5847023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1">
                <a:solidFill>
                  <a:srgbClr val="D8E8E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D8E8E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运营复盘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2424D1A8-DEB7-4BEC-AD7E-5FE47F0B1CE8}"/>
              </a:ext>
            </a:extLst>
          </p:cNvPr>
          <p:cNvSpPr>
            <a:spLocks noGrp="1"/>
          </p:cNvSpPr>
          <p:nvPr/>
        </p:nvSpPr>
        <p:spPr>
          <a:xfrm>
            <a:off x="552450" y="571500"/>
            <a:ext cx="2514600" cy="266700"/>
          </a:xfrm>
          <a:prstGeom prst="roundRect">
            <a:avLst>
              <a:gd name="adj" fmla="val 28571"/>
            </a:avLst>
          </a:prstGeom>
          <a:solidFill>
            <a:srgbClr val="173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C1D131A-4948-40B9-955A-4B4C892FD9A6}"/>
              </a:ext>
            </a:extLst>
          </p:cNvPr>
          <p:cNvSpPr>
            <a:spLocks noGrp="1"/>
          </p:cNvSpPr>
          <p:nvPr/>
        </p:nvSpPr>
        <p:spPr>
          <a:xfrm>
            <a:off x="552450" y="581025"/>
            <a:ext cx="25146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 b="1">
                <a:solidFill>
                  <a:srgbClr val="98DD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 dirty="0" err="1">
                <a:solidFill>
                  <a:srgbClr val="98DDE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数智学工平台</a:t>
            </a:r>
            <a:r>
              <a:rPr sz="975" b="1" dirty="0">
                <a:solidFill>
                  <a:srgbClr val="98DDE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 · </a:t>
            </a:r>
            <a:r>
              <a:rPr sz="975" b="1" dirty="0" err="1">
                <a:solidFill>
                  <a:srgbClr val="98DDE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学生</a:t>
            </a:r>
            <a:r>
              <a:rPr lang="zh-CN" altLang="en-US" sz="975" b="1" dirty="0">
                <a:solidFill>
                  <a:srgbClr val="98DDE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成长关怀</a:t>
            </a:r>
            <a:r>
              <a:rPr sz="975" b="1" dirty="0" err="1">
                <a:solidFill>
                  <a:srgbClr val="98DDE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模块</a:t>
            </a:r>
            <a:endParaRPr sz="975" b="1" dirty="0">
              <a:solidFill>
                <a:srgbClr val="98DDE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C644E55-7CF0-459F-8FDD-C4D1C1C48FB5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6096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48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学林知微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358F8F6-E191-44CC-B442-04BD3CF0AEB9}"/>
              </a:ext>
            </a:extLst>
          </p:cNvPr>
          <p:cNvSpPr>
            <a:spLocks noGrp="1"/>
          </p:cNvSpPr>
          <p:nvPr/>
        </p:nvSpPr>
        <p:spPr>
          <a:xfrm>
            <a:off x="571500" y="2152650"/>
            <a:ext cx="514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000" b="1">
                <a:solidFill>
                  <a:srgbClr val="7DD1D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7DD1D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/>
              </a:rPr>
              <a:t>ScholarSense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755448E-55FE-4012-B8BA-30069988F1CA}"/>
              </a:ext>
            </a:extLst>
          </p:cNvPr>
          <p:cNvSpPr>
            <a:spLocks noGrp="1"/>
          </p:cNvSpPr>
          <p:nvPr/>
        </p:nvSpPr>
        <p:spPr>
          <a:xfrm>
            <a:off x="571500" y="2933700"/>
            <a:ext cx="65722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DCE9E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altLang="en-US" sz="2250" b="1" dirty="0">
                <a:solidFill>
                  <a:srgbClr val="DCE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观澜智核</a:t>
            </a:r>
            <a:r>
              <a:rPr lang="en-US" altLang="zh-CN" sz="2250" b="1" dirty="0">
                <a:solidFill>
                  <a:srgbClr val="DCE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·</a:t>
            </a:r>
            <a:r>
              <a:rPr sz="2250" b="1" dirty="0" err="1">
                <a:solidFill>
                  <a:srgbClr val="DCE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学生成长</a:t>
            </a:r>
            <a:r>
              <a:rPr lang="zh-CN" altLang="en-US" sz="2250" b="1" dirty="0">
                <a:solidFill>
                  <a:srgbClr val="DCE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关怀</a:t>
            </a:r>
            <a:r>
              <a:rPr sz="2250" b="1" dirty="0" err="1">
                <a:solidFill>
                  <a:srgbClr val="DCE9E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产品解决方案</a:t>
            </a:r>
            <a:endParaRPr sz="2250" b="1" dirty="0">
              <a:solidFill>
                <a:srgbClr val="DCE9E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FB5F80D-41C7-4651-9DF9-00A661EC7642}"/>
              </a:ext>
            </a:extLst>
          </p:cNvPr>
          <p:cNvSpPr>
            <a:spLocks noGrp="1"/>
          </p:cNvSpPr>
          <p:nvPr/>
        </p:nvSpPr>
        <p:spPr>
          <a:xfrm>
            <a:off x="571500" y="3657600"/>
            <a:ext cx="6477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AFC5C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AFC5C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以数据发现细微信号 · 以 AI 辅助研判 · 以人工审核保障温度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138D934-F11F-43C7-A23A-FB527641020A}"/>
              </a:ext>
            </a:extLst>
          </p:cNvPr>
          <p:cNvSpPr>
            <a:spLocks noGrp="1"/>
          </p:cNvSpPr>
          <p:nvPr/>
        </p:nvSpPr>
        <p:spPr>
          <a:xfrm>
            <a:off x="571500" y="4381500"/>
            <a:ext cx="5905500" cy="9525"/>
          </a:xfrm>
          <a:prstGeom prst="rect">
            <a:avLst/>
          </a:prstGeom>
          <a:solidFill>
            <a:srgbClr val="315A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F78A701B-C497-44CA-99CD-887303BCCC90}"/>
              </a:ext>
            </a:extLst>
          </p:cNvPr>
          <p:cNvSpPr>
            <a:spLocks noGrp="1"/>
          </p:cNvSpPr>
          <p:nvPr/>
        </p:nvSpPr>
        <p:spPr>
          <a:xfrm>
            <a:off x="571500" y="4648200"/>
            <a:ext cx="1200150" cy="266700"/>
          </a:xfrm>
          <a:prstGeom prst="roundRect">
            <a:avLst>
              <a:gd name="adj" fmla="val 28571"/>
            </a:avLst>
          </a:prstGeom>
          <a:solidFill>
            <a:srgbClr val="173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16E5439-4120-498F-9504-6B62AA558BC5}"/>
              </a:ext>
            </a:extLst>
          </p:cNvPr>
          <p:cNvSpPr>
            <a:spLocks noGrp="1"/>
          </p:cNvSpPr>
          <p:nvPr/>
        </p:nvSpPr>
        <p:spPr>
          <a:xfrm>
            <a:off x="571500" y="4657725"/>
            <a:ext cx="12001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知微见著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A12B83B4-E57C-4639-BC2A-DDF81CBFD7A1}"/>
              </a:ext>
            </a:extLst>
          </p:cNvPr>
          <p:cNvSpPr>
            <a:spLocks noGrp="1"/>
          </p:cNvSpPr>
          <p:nvPr/>
        </p:nvSpPr>
        <p:spPr>
          <a:xfrm>
            <a:off x="1952625" y="4648200"/>
            <a:ext cx="1200150" cy="266700"/>
          </a:xfrm>
          <a:prstGeom prst="roundRect">
            <a:avLst>
              <a:gd name="adj" fmla="val 28571"/>
            </a:avLst>
          </a:prstGeom>
          <a:solidFill>
            <a:srgbClr val="173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838AF15-1459-4178-B0F6-C4889181D1AA}"/>
              </a:ext>
            </a:extLst>
          </p:cNvPr>
          <p:cNvSpPr>
            <a:spLocks noGrp="1"/>
          </p:cNvSpPr>
          <p:nvPr/>
        </p:nvSpPr>
        <p:spPr>
          <a:xfrm>
            <a:off x="1952625" y="4657725"/>
            <a:ext cx="12001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主动关爱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3F1D676B-85F5-4969-9E8A-4D88C092A088}"/>
              </a:ext>
            </a:extLst>
          </p:cNvPr>
          <p:cNvSpPr>
            <a:spLocks noGrp="1"/>
          </p:cNvSpPr>
          <p:nvPr/>
        </p:nvSpPr>
        <p:spPr>
          <a:xfrm>
            <a:off x="3333750" y="4648200"/>
            <a:ext cx="1200150" cy="266700"/>
          </a:xfrm>
          <a:prstGeom prst="roundRect">
            <a:avLst>
              <a:gd name="adj" fmla="val 28571"/>
            </a:avLst>
          </a:prstGeom>
          <a:solidFill>
            <a:srgbClr val="173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9DB9CDB-BCE1-4990-8B3D-C1D94CD4D9C5}"/>
              </a:ext>
            </a:extLst>
          </p:cNvPr>
          <p:cNvSpPr>
            <a:spLocks noGrp="1"/>
          </p:cNvSpPr>
          <p:nvPr/>
        </p:nvSpPr>
        <p:spPr>
          <a:xfrm>
            <a:off x="3333750" y="4657725"/>
            <a:ext cx="12001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精准洞察</a:t>
            </a:r>
            <a:endParaRPr sz="105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BD197642-A975-402E-BEA9-CE719305416C}"/>
              </a:ext>
            </a:extLst>
          </p:cNvPr>
          <p:cNvSpPr>
            <a:spLocks noGrp="1"/>
          </p:cNvSpPr>
          <p:nvPr/>
        </p:nvSpPr>
        <p:spPr>
          <a:xfrm>
            <a:off x="4714875" y="4648200"/>
            <a:ext cx="1200150" cy="266700"/>
          </a:xfrm>
          <a:prstGeom prst="roundRect">
            <a:avLst>
              <a:gd name="adj" fmla="val 28571"/>
            </a:avLst>
          </a:prstGeom>
          <a:solidFill>
            <a:srgbClr val="173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F3FE984-DE6F-4F81-B5F2-3A461FFF5429}"/>
              </a:ext>
            </a:extLst>
          </p:cNvPr>
          <p:cNvSpPr>
            <a:spLocks noGrp="1"/>
          </p:cNvSpPr>
          <p:nvPr/>
        </p:nvSpPr>
        <p:spPr>
          <a:xfrm>
            <a:off x="4714875" y="4657725"/>
            <a:ext cx="12001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闭环干预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93D582D-8AE8-459B-BBEA-CCE56BC54FBD}"/>
              </a:ext>
            </a:extLst>
          </p:cNvPr>
          <p:cNvSpPr>
            <a:spLocks noGrp="1"/>
          </p:cNvSpPr>
          <p:nvPr/>
        </p:nvSpPr>
        <p:spPr>
          <a:xfrm>
            <a:off x="571500" y="615315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7898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 dirty="0">
                <a:solidFill>
                  <a:srgbClr val="7898A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2026年6月</a:t>
            </a:r>
          </a:p>
        </p:txBody>
      </p:sp>
    </p:spTree>
    <p:extLst>
      <p:ext uri="{BB962C8B-B14F-4D97-AF65-F5344CB8AC3E}">
        <p14:creationId xmlns:p14="http://schemas.microsoft.com/office/powerpoint/2010/main" val="1873191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3-marker">
            <a:extLst>
              <a:ext uri="{FF2B5EF4-FFF2-40B4-BE49-F238E27FC236}">
                <a16:creationId xmlns:a16="http://schemas.microsoft.com/office/drawing/2014/main" id="{E7508F97-5F86-4140-9653-2AC60D08255D}"/>
              </a:ext>
            </a:extLst>
          </p:cNvPr>
          <p:cNvSpPr>
            <a:spLocks noGrp="1"/>
          </p:cNvSpPr>
          <p:nvPr/>
        </p:nvSpPr>
        <p:spPr>
          <a:xfrm>
            <a:off x="514350" y="419100"/>
            <a:ext cx="76200" cy="76200"/>
          </a:xfrm>
          <a:prstGeom prst="ellipse">
            <a:avLst/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>
              <a:ext uri="{FF2B5EF4-FFF2-40B4-BE49-F238E27FC236}">
                <a16:creationId xmlns:a16="http://schemas.microsoft.com/office/drawing/2014/main" id="{9CF1E2E3-A13A-486B-BB74-2D43EDDA3820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1597A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597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建设背景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249B13E-6BAE-46CC-917C-95A956FAE136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477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850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 dirty="0" err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学生工作已从“事务响应”进入“高频服务</a:t>
            </a:r>
            <a:r>
              <a:rPr sz="2850" b="1" dirty="0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 + </a:t>
            </a:r>
            <a:r>
              <a:rPr sz="2850" b="1" dirty="0" err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精细治理</a:t>
            </a:r>
            <a:r>
              <a:rPr sz="2850" b="1" dirty="0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 + </a:t>
            </a:r>
            <a:r>
              <a:rPr sz="2850" b="1" dirty="0" err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主动洞察”阶段</a:t>
            </a:r>
            <a:endParaRPr sz="2850" b="1" dirty="0">
              <a:solidFill>
                <a:srgbClr val="0B263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D0D8741-9716-479B-8999-A777009D4C4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78909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78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学林知微 ScholarSense · 学生成长洞察与关爱协同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A840C89-5882-4B0E-91DD-BAF5573BBE86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1">
                <a:solidFill>
                  <a:srgbClr val="78909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78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03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9299D95-53ED-4A9F-AF36-7587403F9C67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95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过去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8CBAEC0-8B63-4738-9A13-6C1C1E54C514}"/>
              </a:ext>
            </a:extLst>
          </p:cNvPr>
          <p:cNvSpPr>
            <a:spLocks noGrp="1"/>
          </p:cNvSpPr>
          <p:nvPr/>
        </p:nvSpPr>
        <p:spPr>
          <a:xfrm>
            <a:off x="10572750" y="1809750"/>
            <a:ext cx="95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125" b="1">
                <a:solidFill>
                  <a:srgbClr val="1597A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597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现在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1CF7E6D-CE7B-41EE-A376-3253706DC5B5}"/>
              </a:ext>
            </a:extLst>
          </p:cNvPr>
          <p:cNvSpPr>
            <a:spLocks noGrp="1"/>
          </p:cNvSpPr>
          <p:nvPr/>
        </p:nvSpPr>
        <p:spPr>
          <a:xfrm>
            <a:off x="1054827" y="2247900"/>
            <a:ext cx="9906000" cy="38100"/>
          </a:xfrm>
          <a:prstGeom prst="rect">
            <a:avLst/>
          </a:prstGeom>
          <a:solidFill>
            <a:srgbClr val="C7D9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A33228B6-BB15-4980-BE1B-26DC5209809E}"/>
              </a:ext>
            </a:extLst>
          </p:cNvPr>
          <p:cNvSpPr>
            <a:spLocks noGrp="1"/>
          </p:cNvSpPr>
          <p:nvPr/>
        </p:nvSpPr>
        <p:spPr>
          <a:xfrm>
            <a:off x="1047750" y="2076450"/>
            <a:ext cx="381000" cy="381000"/>
          </a:xfrm>
          <a:prstGeom prst="ellipse">
            <a:avLst/>
          </a:prstGeom>
          <a:solidFill>
            <a:srgbClr val="8EA4A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CA691F2-78E0-414E-A9E3-F2D492B890B0}"/>
              </a:ext>
            </a:extLst>
          </p:cNvPr>
          <p:cNvSpPr>
            <a:spLocks noGrp="1"/>
          </p:cNvSpPr>
          <p:nvPr/>
        </p:nvSpPr>
        <p:spPr>
          <a:xfrm>
            <a:off x="1047750" y="2076450"/>
            <a:ext cx="381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EA42551-8528-4989-89FD-AFA91103D748}"/>
              </a:ext>
            </a:extLst>
          </p:cNvPr>
          <p:cNvSpPr>
            <a:spLocks noGrp="1"/>
          </p:cNvSpPr>
          <p:nvPr/>
        </p:nvSpPr>
        <p:spPr>
          <a:xfrm>
            <a:off x="666750" y="2628900"/>
            <a:ext cx="1143000" cy="266700"/>
          </a:xfrm>
          <a:prstGeom prst="rect">
            <a:avLst/>
          </a:prstGeom>
          <a:solidFill>
            <a:srgbClr val="173C4A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8EA4A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线下经验</a:t>
            </a:r>
            <a:endParaRPr sz="1350" b="1" dirty="0">
              <a:solidFill>
                <a:schemeClr val="tx2">
                  <a:lumMod val="90000"/>
                  <a:lumOff val="1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293FC96-C8B9-4ABF-9269-B20181F7486C}"/>
              </a:ext>
            </a:extLst>
          </p:cNvPr>
          <p:cNvSpPr>
            <a:spLocks noGrp="1"/>
          </p:cNvSpPr>
          <p:nvPr/>
        </p:nvSpPr>
        <p:spPr>
          <a:xfrm>
            <a:off x="400050" y="2952750"/>
            <a:ext cx="16764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chemeClr val="tx2">
                    <a:lumMod val="90000"/>
                    <a:lumOff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依赖熟悉学生情况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B05899B5-24F9-4150-9F8C-253C212F1589}"/>
              </a:ext>
            </a:extLst>
          </p:cNvPr>
          <p:cNvSpPr>
            <a:spLocks noGrp="1"/>
          </p:cNvSpPr>
          <p:nvPr/>
        </p:nvSpPr>
        <p:spPr>
          <a:xfrm>
            <a:off x="4404364" y="2076450"/>
            <a:ext cx="381000" cy="381000"/>
          </a:xfrm>
          <a:prstGeom prst="ellipse">
            <a:avLst/>
          </a:prstGeom>
          <a:solidFill>
            <a:srgbClr val="8EA4A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F5CEDAD-BC3D-42A9-9E92-F225B15B08EF}"/>
              </a:ext>
            </a:extLst>
          </p:cNvPr>
          <p:cNvSpPr>
            <a:spLocks noGrp="1"/>
          </p:cNvSpPr>
          <p:nvPr/>
        </p:nvSpPr>
        <p:spPr>
          <a:xfrm>
            <a:off x="4404364" y="2076450"/>
            <a:ext cx="381000" cy="381000"/>
          </a:xfrm>
          <a:prstGeom prst="rect">
            <a:avLst/>
          </a:prstGeom>
          <a:solidFill>
            <a:schemeClr val="tx2">
              <a:lumMod val="50000"/>
              <a:lumOff val="50000"/>
              <a:alpha val="0"/>
            </a:scheme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3EC09F0-02B2-45D1-BE02-28F98CCD8106}"/>
              </a:ext>
            </a:extLst>
          </p:cNvPr>
          <p:cNvSpPr>
            <a:spLocks noGrp="1"/>
          </p:cNvSpPr>
          <p:nvPr/>
        </p:nvSpPr>
        <p:spPr>
          <a:xfrm>
            <a:off x="4023364" y="26289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8EA4A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chemeClr val="tx2">
                    <a:lumMod val="90000"/>
                    <a:lumOff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系统记录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E3DD718-F243-4C73-86B1-11A3D7708A8E}"/>
              </a:ext>
            </a:extLst>
          </p:cNvPr>
          <p:cNvSpPr>
            <a:spLocks noGrp="1"/>
          </p:cNvSpPr>
          <p:nvPr/>
        </p:nvSpPr>
        <p:spPr>
          <a:xfrm>
            <a:off x="3756664" y="2952750"/>
            <a:ext cx="16764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chemeClr val="tx2">
                    <a:lumMod val="90000"/>
                    <a:lumOff val="1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业务数据逐步沉淀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8068879A-93F4-418D-B293-33D036E44725}"/>
              </a:ext>
            </a:extLst>
          </p:cNvPr>
          <p:cNvSpPr>
            <a:spLocks noGrp="1"/>
          </p:cNvSpPr>
          <p:nvPr/>
        </p:nvSpPr>
        <p:spPr>
          <a:xfrm>
            <a:off x="7279818" y="2076450"/>
            <a:ext cx="381000" cy="381000"/>
          </a:xfrm>
          <a:prstGeom prst="ellipse">
            <a:avLst/>
          </a:prstGeom>
          <a:solidFill>
            <a:srgbClr val="124E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636F810-F35C-416D-B3A2-B3EDC34194F4}"/>
              </a:ext>
            </a:extLst>
          </p:cNvPr>
          <p:cNvSpPr>
            <a:spLocks noGrp="1"/>
          </p:cNvSpPr>
          <p:nvPr/>
        </p:nvSpPr>
        <p:spPr>
          <a:xfrm>
            <a:off x="7279818" y="2076450"/>
            <a:ext cx="381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BB3B2CD-F5DD-441A-AF4E-14C725757F42}"/>
              </a:ext>
            </a:extLst>
          </p:cNvPr>
          <p:cNvSpPr>
            <a:spLocks noGrp="1"/>
          </p:cNvSpPr>
          <p:nvPr/>
        </p:nvSpPr>
        <p:spPr>
          <a:xfrm>
            <a:off x="6898818" y="26289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124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跨域协同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6793A84-9AA0-4CE9-8DF7-1D45A50BC5CA}"/>
              </a:ext>
            </a:extLst>
          </p:cNvPr>
          <p:cNvSpPr>
            <a:spLocks noGrp="1"/>
          </p:cNvSpPr>
          <p:nvPr/>
        </p:nvSpPr>
        <p:spPr>
          <a:xfrm>
            <a:off x="6632118" y="2952750"/>
            <a:ext cx="16764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多源信号联合研判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1C2194C9-2A3C-4E9D-9A53-37088033808D}"/>
              </a:ext>
            </a:extLst>
          </p:cNvPr>
          <p:cNvSpPr>
            <a:spLocks noGrp="1"/>
          </p:cNvSpPr>
          <p:nvPr/>
        </p:nvSpPr>
        <p:spPr>
          <a:xfrm>
            <a:off x="10582010" y="2076450"/>
            <a:ext cx="381000" cy="381000"/>
          </a:xfrm>
          <a:prstGeom prst="ellipse">
            <a:avLst/>
          </a:prstGeom>
          <a:solidFill>
            <a:srgbClr val="4FAF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2F5725A-0648-457B-BDFE-F898F72F44FB}"/>
              </a:ext>
            </a:extLst>
          </p:cNvPr>
          <p:cNvSpPr>
            <a:spLocks noGrp="1"/>
          </p:cNvSpPr>
          <p:nvPr/>
        </p:nvSpPr>
        <p:spPr>
          <a:xfrm>
            <a:off x="10582010" y="2076450"/>
            <a:ext cx="381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F493D8A-747C-49A6-BCC2-ABDFE83CBFE7}"/>
              </a:ext>
            </a:extLst>
          </p:cNvPr>
          <p:cNvSpPr>
            <a:spLocks noGrp="1"/>
          </p:cNvSpPr>
          <p:nvPr/>
        </p:nvSpPr>
        <p:spPr>
          <a:xfrm>
            <a:off x="10201010" y="26289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4FAF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4FAF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主动关爱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86052D2-CE74-4183-AC44-3FDE38A92E08}"/>
              </a:ext>
            </a:extLst>
          </p:cNvPr>
          <p:cNvSpPr>
            <a:spLocks noGrp="1"/>
          </p:cNvSpPr>
          <p:nvPr/>
        </p:nvSpPr>
        <p:spPr>
          <a:xfrm>
            <a:off x="9934310" y="2952750"/>
            <a:ext cx="16764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更早洞察、更暖抵达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62AAC927-70EF-4B06-9686-3872E3942164}"/>
              </a:ext>
            </a:extLst>
          </p:cNvPr>
          <p:cNvSpPr>
            <a:spLocks noGrp="1"/>
          </p:cNvSpPr>
          <p:nvPr/>
        </p:nvSpPr>
        <p:spPr>
          <a:xfrm>
            <a:off x="514350" y="3962400"/>
            <a:ext cx="2571750" cy="1657350"/>
          </a:xfrm>
          <a:prstGeom prst="roundRect">
            <a:avLst>
              <a:gd name="adj" fmla="val 4598"/>
            </a:avLst>
          </a:prstGeom>
          <a:solidFill>
            <a:srgbClr val="F6F9FA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AE6824A4-D5F0-4303-86EC-02A5AAD7A0E1}"/>
              </a:ext>
            </a:extLst>
          </p:cNvPr>
          <p:cNvSpPr>
            <a:spLocks noGrp="1"/>
          </p:cNvSpPr>
          <p:nvPr/>
        </p:nvSpPr>
        <p:spPr>
          <a:xfrm>
            <a:off x="723900" y="4171950"/>
            <a:ext cx="381000" cy="38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pic>
        <p:nvPicPr>
          <p:cNvPr id="79" name="图形 2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09625" y="4257675"/>
            <a:ext cx="209550" cy="209550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667D6BBF-75B8-4A02-8734-6B50CECF47D0}"/>
              </a:ext>
            </a:extLst>
          </p:cNvPr>
          <p:cNvSpPr>
            <a:spLocks noGrp="1"/>
          </p:cNvSpPr>
          <p:nvPr/>
        </p:nvSpPr>
        <p:spPr>
          <a:xfrm>
            <a:off x="1238250" y="41719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发现滞后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FE609B6-1BC1-46D4-AEFE-91E1EB730989}"/>
              </a:ext>
            </a:extLst>
          </p:cNvPr>
          <p:cNvSpPr>
            <a:spLocks noGrp="1"/>
          </p:cNvSpPr>
          <p:nvPr/>
        </p:nvSpPr>
        <p:spPr>
          <a:xfrm>
            <a:off x="723900" y="4648200"/>
            <a:ext cx="21145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问题往往在请假、成绩或危机显性化后才被注意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1B3BBFB8-5238-4A24-A7A3-93423CB8733B}"/>
              </a:ext>
            </a:extLst>
          </p:cNvPr>
          <p:cNvSpPr>
            <a:spLocks noGrp="1"/>
          </p:cNvSpPr>
          <p:nvPr/>
        </p:nvSpPr>
        <p:spPr>
          <a:xfrm>
            <a:off x="3333750" y="3962400"/>
            <a:ext cx="2571750" cy="1657350"/>
          </a:xfrm>
          <a:prstGeom prst="roundRect">
            <a:avLst>
              <a:gd name="adj" fmla="val 4598"/>
            </a:avLst>
          </a:prstGeom>
          <a:solidFill>
            <a:srgbClr val="F6F9FA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3DCD084C-A27D-4977-9E3B-3BEC78B54097}"/>
              </a:ext>
            </a:extLst>
          </p:cNvPr>
          <p:cNvSpPr>
            <a:spLocks noGrp="1"/>
          </p:cNvSpPr>
          <p:nvPr/>
        </p:nvSpPr>
        <p:spPr>
          <a:xfrm>
            <a:off x="3543300" y="4171950"/>
            <a:ext cx="381000" cy="38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pic>
        <p:nvPicPr>
          <p:cNvPr id="84" name="图形 3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3629025" y="4257675"/>
            <a:ext cx="209550" cy="209550"/>
          </a:xfrm>
          <a:prstGeom prst="rect">
            <a:avLst/>
          </a:prstGeom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85D908A7-9960-48D8-98DC-3A42F3A32BE4}"/>
              </a:ext>
            </a:extLst>
          </p:cNvPr>
          <p:cNvSpPr>
            <a:spLocks noGrp="1"/>
          </p:cNvSpPr>
          <p:nvPr/>
        </p:nvSpPr>
        <p:spPr>
          <a:xfrm>
            <a:off x="4057650" y="41719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数据分散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06E2743-9E31-4C66-89AF-E77CAA60B826}"/>
              </a:ext>
            </a:extLst>
          </p:cNvPr>
          <p:cNvSpPr>
            <a:spLocks noGrp="1"/>
          </p:cNvSpPr>
          <p:nvPr/>
        </p:nvSpPr>
        <p:spPr>
          <a:xfrm>
            <a:off x="3543300" y="4648200"/>
            <a:ext cx="21145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dirty="0" err="1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消费、门禁、住宿、学业分别掌握在不同部门</a:t>
            </a:r>
            <a:endParaRPr sz="1050" b="0" dirty="0">
              <a:solidFill>
                <a:srgbClr val="6F7F8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78B33E78-3F84-49F1-980F-E2E50FD368B2}"/>
              </a:ext>
            </a:extLst>
          </p:cNvPr>
          <p:cNvSpPr>
            <a:spLocks noGrp="1"/>
          </p:cNvSpPr>
          <p:nvPr/>
        </p:nvSpPr>
        <p:spPr>
          <a:xfrm>
            <a:off x="6153150" y="3962400"/>
            <a:ext cx="2571750" cy="1657350"/>
          </a:xfrm>
          <a:prstGeom prst="roundRect">
            <a:avLst>
              <a:gd name="adj" fmla="val 4598"/>
            </a:avLst>
          </a:prstGeom>
          <a:solidFill>
            <a:srgbClr val="F6F9FA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E19CE27C-6204-49A9-AA5E-94F724C252A9}"/>
              </a:ext>
            </a:extLst>
          </p:cNvPr>
          <p:cNvSpPr>
            <a:spLocks noGrp="1"/>
          </p:cNvSpPr>
          <p:nvPr/>
        </p:nvSpPr>
        <p:spPr>
          <a:xfrm>
            <a:off x="6362700" y="4171950"/>
            <a:ext cx="381000" cy="38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pic>
        <p:nvPicPr>
          <p:cNvPr id="89" name="图形 37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6448425" y="4257675"/>
            <a:ext cx="209550" cy="209550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2E542D88-BF36-4E1C-8AA3-69EC19788C2C}"/>
              </a:ext>
            </a:extLst>
          </p:cNvPr>
          <p:cNvSpPr>
            <a:spLocks noGrp="1"/>
          </p:cNvSpPr>
          <p:nvPr/>
        </p:nvSpPr>
        <p:spPr>
          <a:xfrm>
            <a:off x="6877050" y="41719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排查压力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AA5FC14-A5AC-44BE-9128-DBABE25D0660}"/>
              </a:ext>
            </a:extLst>
          </p:cNvPr>
          <p:cNvSpPr>
            <a:spLocks noGrp="1"/>
          </p:cNvSpPr>
          <p:nvPr/>
        </p:nvSpPr>
        <p:spPr>
          <a:xfrm>
            <a:off x="6362700" y="4648200"/>
            <a:ext cx="21145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辅导员靠人工筛查大量学生，精力难以聚焦</a:t>
            </a:r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5B514F92-DCB0-497B-BCC5-75261AA405CF}"/>
              </a:ext>
            </a:extLst>
          </p:cNvPr>
          <p:cNvSpPr>
            <a:spLocks noGrp="1"/>
          </p:cNvSpPr>
          <p:nvPr/>
        </p:nvSpPr>
        <p:spPr>
          <a:xfrm>
            <a:off x="8972550" y="3962400"/>
            <a:ext cx="2571750" cy="1657350"/>
          </a:xfrm>
          <a:prstGeom prst="roundRect">
            <a:avLst>
              <a:gd name="adj" fmla="val 4598"/>
            </a:avLst>
          </a:prstGeom>
          <a:solidFill>
            <a:srgbClr val="F6F9FA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BC2F72E8-AE58-46F0-BA32-B4C39522BF7D}"/>
              </a:ext>
            </a:extLst>
          </p:cNvPr>
          <p:cNvSpPr>
            <a:spLocks noGrp="1"/>
          </p:cNvSpPr>
          <p:nvPr/>
        </p:nvSpPr>
        <p:spPr>
          <a:xfrm>
            <a:off x="9182100" y="4171950"/>
            <a:ext cx="381000" cy="38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pic>
        <p:nvPicPr>
          <p:cNvPr id="94" name="图形 42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9267825" y="4257675"/>
            <a:ext cx="209550" cy="209550"/>
          </a:xfrm>
          <a:prstGeom prst="rect">
            <a:avLst/>
          </a:prstGeom>
        </p:spPr>
      </p:pic>
      <p:sp>
        <p:nvSpPr>
          <p:cNvPr id="44" name="矩形 43">
            <a:extLst>
              <a:ext uri="{FF2B5EF4-FFF2-40B4-BE49-F238E27FC236}">
                <a16:creationId xmlns:a16="http://schemas.microsoft.com/office/drawing/2014/main" id="{41915645-ECCD-4147-B9BF-3893F7B0CBBF}"/>
              </a:ext>
            </a:extLst>
          </p:cNvPr>
          <p:cNvSpPr>
            <a:spLocks noGrp="1"/>
          </p:cNvSpPr>
          <p:nvPr/>
        </p:nvSpPr>
        <p:spPr>
          <a:xfrm>
            <a:off x="9696450" y="41719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闭环不足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7F6A052-494D-4EE4-B8DF-770E31AD7D0B}"/>
              </a:ext>
            </a:extLst>
          </p:cNvPr>
          <p:cNvSpPr>
            <a:spLocks noGrp="1"/>
          </p:cNvSpPr>
          <p:nvPr/>
        </p:nvSpPr>
        <p:spPr>
          <a:xfrm>
            <a:off x="9182100" y="4648200"/>
            <a:ext cx="21145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名单推送后缺少责任、时限、反馈和规则复盘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BAAF608-4D7E-443A-B491-A32909DCB22C}"/>
              </a:ext>
            </a:extLst>
          </p:cNvPr>
          <p:cNvSpPr>
            <a:spLocks noGrp="1"/>
          </p:cNvSpPr>
          <p:nvPr/>
        </p:nvSpPr>
        <p:spPr>
          <a:xfrm>
            <a:off x="1695450" y="5886450"/>
            <a:ext cx="8801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500" b="1">
                <a:solidFill>
                  <a:srgbClr val="124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建设目标不是“捕捉异常”，而是把有限关爱资源更早、更准地送到需要的学生身边。</a:t>
            </a:r>
          </a:p>
        </p:txBody>
      </p:sp>
    </p:spTree>
    <p:extLst>
      <p:ext uri="{BB962C8B-B14F-4D97-AF65-F5344CB8AC3E}">
        <p14:creationId xmlns:p14="http://schemas.microsoft.com/office/powerpoint/2010/main" val="976122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5-marker">
            <a:extLst>
              <a:ext uri="{FF2B5EF4-FFF2-40B4-BE49-F238E27FC236}">
                <a16:creationId xmlns:a16="http://schemas.microsoft.com/office/drawing/2014/main" id="{928BE613-36BB-4E8C-A848-15394CD35CD8}"/>
              </a:ext>
            </a:extLst>
          </p:cNvPr>
          <p:cNvSpPr>
            <a:spLocks noGrp="1"/>
          </p:cNvSpPr>
          <p:nvPr/>
        </p:nvSpPr>
        <p:spPr>
          <a:xfrm>
            <a:off x="514350" y="419100"/>
            <a:ext cx="76200" cy="76200"/>
          </a:xfrm>
          <a:prstGeom prst="ellipse">
            <a:avLst/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>
              <a:ext uri="{FF2B5EF4-FFF2-40B4-BE49-F238E27FC236}">
                <a16:creationId xmlns:a16="http://schemas.microsoft.com/office/drawing/2014/main" id="{9A335444-1431-480C-A260-D8B9701E26ED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1597A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597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产品定位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54710E-E31B-4380-A98B-8D91B33A7FC7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477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850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学林知微不是监控系统，而是面向学生成长、安全与关爱的干预平台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8F14ED-5051-412A-8204-3139697DAA94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78909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78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学林知微 ScholarSense · 学生成长洞察与关爱协同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FF8451B-9DC2-4CF9-9C16-B7BABFF0D06A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1">
                <a:solidFill>
                  <a:srgbClr val="78909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78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05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0ACD463F-FB0A-4A73-B9CA-AD4B0A8F1CFE}"/>
              </a:ext>
            </a:extLst>
          </p:cNvPr>
          <p:cNvSpPr>
            <a:spLocks noGrp="1"/>
          </p:cNvSpPr>
          <p:nvPr/>
        </p:nvSpPr>
        <p:spPr>
          <a:xfrm>
            <a:off x="514350" y="1866900"/>
            <a:ext cx="4953000" cy="3905250"/>
          </a:xfrm>
          <a:prstGeom prst="roundRect">
            <a:avLst>
              <a:gd name="adj" fmla="val 1951"/>
            </a:avLst>
          </a:prstGeom>
          <a:solidFill>
            <a:srgbClr val="F8FAFB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50CD2EDA-F940-4A78-8FDB-916267C17C8F}"/>
              </a:ext>
            </a:extLst>
          </p:cNvPr>
          <p:cNvSpPr>
            <a:spLocks noGrp="1"/>
          </p:cNvSpPr>
          <p:nvPr/>
        </p:nvSpPr>
        <p:spPr>
          <a:xfrm>
            <a:off x="6724650" y="1866900"/>
            <a:ext cx="4953000" cy="3905250"/>
          </a:xfrm>
          <a:prstGeom prst="roundRect">
            <a:avLst>
              <a:gd name="adj" fmla="val 1951"/>
            </a:avLst>
          </a:prstGeom>
          <a:solidFill>
            <a:srgbClr val="0B26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A3F5600-0E77-4BFF-BAE2-0C93D2250C49}"/>
              </a:ext>
            </a:extLst>
          </p:cNvPr>
          <p:cNvSpPr>
            <a:spLocks noGrp="1"/>
          </p:cNvSpPr>
          <p:nvPr/>
        </p:nvSpPr>
        <p:spPr>
          <a:xfrm>
            <a:off x="800100" y="2133600"/>
            <a:ext cx="9525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950" b="1">
                <a:solidFill>
                  <a:srgbClr val="C94F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C94F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不是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13D3002-8EEF-44DF-9C2F-577C6FDC863D}"/>
              </a:ext>
            </a:extLst>
          </p:cNvPr>
          <p:cNvSpPr>
            <a:spLocks noGrp="1"/>
          </p:cNvSpPr>
          <p:nvPr/>
        </p:nvSpPr>
        <p:spPr>
          <a:xfrm>
            <a:off x="7029450" y="2133600"/>
            <a:ext cx="9525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950" b="1">
                <a:solidFill>
                  <a:srgbClr val="79D7D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79D7D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而是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D10FBF93-10C5-4FA5-A7A8-FCD49132AAEF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342900" cy="342900"/>
          </a:xfrm>
          <a:prstGeom prst="ellipse">
            <a:avLst/>
          </a:prstGeom>
          <a:solidFill>
            <a:srgbClr val="FBEC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9" name="图形 1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923925" y="2809875"/>
            <a:ext cx="171450" cy="17145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1BA3095E-4528-4A88-B2E2-8B4576894A16}"/>
              </a:ext>
            </a:extLst>
          </p:cNvPr>
          <p:cNvSpPr>
            <a:spLocks noGrp="1"/>
          </p:cNvSpPr>
          <p:nvPr/>
        </p:nvSpPr>
        <p:spPr>
          <a:xfrm>
            <a:off x="1352550" y="2762250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只看名单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CAC98E4C-7FF0-43B9-88FE-74EF0B426F28}"/>
              </a:ext>
            </a:extLst>
          </p:cNvPr>
          <p:cNvSpPr>
            <a:spLocks noGrp="1"/>
          </p:cNvSpPr>
          <p:nvPr/>
        </p:nvSpPr>
        <p:spPr>
          <a:xfrm>
            <a:off x="7048500" y="2724150"/>
            <a:ext cx="342900" cy="342900"/>
          </a:xfrm>
          <a:prstGeom prst="ellipse">
            <a:avLst/>
          </a:prstGeom>
          <a:solidFill>
            <a:srgbClr val="173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2" name="图形 14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7134225" y="2809875"/>
            <a:ext cx="171450" cy="171450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6A89E141-9460-4364-8AE4-CAA33A0B5A81}"/>
              </a:ext>
            </a:extLst>
          </p:cNvPr>
          <p:cNvSpPr>
            <a:spLocks noGrp="1"/>
          </p:cNvSpPr>
          <p:nvPr/>
        </p:nvSpPr>
        <p:spPr>
          <a:xfrm>
            <a:off x="7562850" y="2762250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发现细微信号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AD726B69-8871-4276-A1EB-0D275F662285}"/>
              </a:ext>
            </a:extLst>
          </p:cNvPr>
          <p:cNvSpPr>
            <a:spLocks noGrp="1"/>
          </p:cNvSpPr>
          <p:nvPr/>
        </p:nvSpPr>
        <p:spPr>
          <a:xfrm>
            <a:off x="838200" y="3390900"/>
            <a:ext cx="342900" cy="342900"/>
          </a:xfrm>
          <a:prstGeom prst="ellipse">
            <a:avLst/>
          </a:prstGeom>
          <a:solidFill>
            <a:srgbClr val="FBEC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5" name="图形 17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923925" y="3476625"/>
            <a:ext cx="171450" cy="171450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5A5602EA-F56A-462B-A23C-6CB9C385C268}"/>
              </a:ext>
            </a:extLst>
          </p:cNvPr>
          <p:cNvSpPr>
            <a:spLocks noGrp="1"/>
          </p:cNvSpPr>
          <p:nvPr/>
        </p:nvSpPr>
        <p:spPr>
          <a:xfrm>
            <a:off x="1352550" y="3429000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自动定性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3DD998D2-EE75-4D56-B83D-D1EE979FBDE1}"/>
              </a:ext>
            </a:extLst>
          </p:cNvPr>
          <p:cNvSpPr>
            <a:spLocks noGrp="1"/>
          </p:cNvSpPr>
          <p:nvPr/>
        </p:nvSpPr>
        <p:spPr>
          <a:xfrm>
            <a:off x="7048500" y="3390900"/>
            <a:ext cx="342900" cy="342900"/>
          </a:xfrm>
          <a:prstGeom prst="ellipse">
            <a:avLst/>
          </a:prstGeom>
          <a:solidFill>
            <a:srgbClr val="173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8" name="图形 20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7134225" y="3476625"/>
            <a:ext cx="171450" cy="171450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953F730D-37BC-4D8F-824F-807942894D0D}"/>
              </a:ext>
            </a:extLst>
          </p:cNvPr>
          <p:cNvSpPr>
            <a:spLocks noGrp="1"/>
          </p:cNvSpPr>
          <p:nvPr/>
        </p:nvSpPr>
        <p:spPr>
          <a:xfrm>
            <a:off x="7562850" y="3429000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解释关怀依据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FAC0133D-3C9E-4542-9B46-99AEBBA00267}"/>
              </a:ext>
            </a:extLst>
          </p:cNvPr>
          <p:cNvSpPr>
            <a:spLocks noGrp="1"/>
          </p:cNvSpPr>
          <p:nvPr/>
        </p:nvSpPr>
        <p:spPr>
          <a:xfrm>
            <a:off x="838200" y="4057650"/>
            <a:ext cx="342900" cy="342900"/>
          </a:xfrm>
          <a:prstGeom prst="ellipse">
            <a:avLst/>
          </a:prstGeom>
          <a:solidFill>
            <a:srgbClr val="FBEC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1" name="图形 23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923925" y="4143375"/>
            <a:ext cx="171450" cy="171450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B9304591-78F3-4266-8641-9B558B6D109F}"/>
              </a:ext>
            </a:extLst>
          </p:cNvPr>
          <p:cNvSpPr>
            <a:spLocks noGrp="1"/>
          </p:cNvSpPr>
          <p:nvPr/>
        </p:nvSpPr>
        <p:spPr>
          <a:xfrm>
            <a:off x="1352550" y="4095750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追踪内容</a:t>
            </a: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290A31AA-D4A8-46F8-A2A8-8FB6BDE1D390}"/>
              </a:ext>
            </a:extLst>
          </p:cNvPr>
          <p:cNvSpPr>
            <a:spLocks noGrp="1"/>
          </p:cNvSpPr>
          <p:nvPr/>
        </p:nvSpPr>
        <p:spPr>
          <a:xfrm>
            <a:off x="7048500" y="4057650"/>
            <a:ext cx="342900" cy="342900"/>
          </a:xfrm>
          <a:prstGeom prst="ellipse">
            <a:avLst/>
          </a:prstGeom>
          <a:solidFill>
            <a:srgbClr val="173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4" name="图形 26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>
            <a:off x="7134225" y="4143375"/>
            <a:ext cx="171450" cy="171450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732F384D-2B70-46DD-9C4A-D0FE6E5C7016}"/>
              </a:ext>
            </a:extLst>
          </p:cNvPr>
          <p:cNvSpPr>
            <a:spLocks noGrp="1"/>
          </p:cNvSpPr>
          <p:nvPr/>
        </p:nvSpPr>
        <p:spPr>
          <a:xfrm>
            <a:off x="7562850" y="4095750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推荐关爱路径</a:t>
            </a: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A414992E-094A-4E6A-83E8-CE5D11B9BCBB}"/>
              </a:ext>
            </a:extLst>
          </p:cNvPr>
          <p:cNvSpPr>
            <a:spLocks noGrp="1"/>
          </p:cNvSpPr>
          <p:nvPr/>
        </p:nvSpPr>
        <p:spPr>
          <a:xfrm>
            <a:off x="838200" y="4724400"/>
            <a:ext cx="342900" cy="342900"/>
          </a:xfrm>
          <a:prstGeom prst="ellipse">
            <a:avLst/>
          </a:prstGeom>
          <a:solidFill>
            <a:srgbClr val="FBEC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7" name="图形 29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/>
        </p:blipFill>
        <p:spPr>
          <a:xfrm>
            <a:off x="923925" y="4810125"/>
            <a:ext cx="171450" cy="171450"/>
          </a:xfrm>
          <a:prstGeom prst="rect">
            <a:avLst/>
          </a:prstGeom>
        </p:spPr>
      </p:pic>
      <p:sp>
        <p:nvSpPr>
          <p:cNvPr id="31" name="矩形 30">
            <a:extLst>
              <a:ext uri="{FF2B5EF4-FFF2-40B4-BE49-F238E27FC236}">
                <a16:creationId xmlns:a16="http://schemas.microsoft.com/office/drawing/2014/main" id="{2D13DCA1-42FF-4FE9-A30C-AF904349EE01}"/>
              </a:ext>
            </a:extLst>
          </p:cNvPr>
          <p:cNvSpPr>
            <a:spLocks noGrp="1"/>
          </p:cNvSpPr>
          <p:nvPr/>
        </p:nvSpPr>
        <p:spPr>
          <a:xfrm>
            <a:off x="1352550" y="4762500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替代辅导员</a:t>
            </a: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3A3A3AC0-C122-4417-B406-831B636E362F}"/>
              </a:ext>
            </a:extLst>
          </p:cNvPr>
          <p:cNvSpPr>
            <a:spLocks noGrp="1"/>
          </p:cNvSpPr>
          <p:nvPr/>
        </p:nvSpPr>
        <p:spPr>
          <a:xfrm>
            <a:off x="7048500" y="4724400"/>
            <a:ext cx="342900" cy="342900"/>
          </a:xfrm>
          <a:prstGeom prst="ellipse">
            <a:avLst/>
          </a:prstGeom>
          <a:solidFill>
            <a:srgbClr val="173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0" name="图形 32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>
            <a:off x="7134225" y="4810125"/>
            <a:ext cx="171450" cy="171450"/>
          </a:xfrm>
          <a:prstGeom prst="rect">
            <a:avLst/>
          </a:prstGeom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C2821DE5-F8EC-489F-B7AA-806C62922502}"/>
              </a:ext>
            </a:extLst>
          </p:cNvPr>
          <p:cNvSpPr>
            <a:spLocks noGrp="1"/>
          </p:cNvSpPr>
          <p:nvPr/>
        </p:nvSpPr>
        <p:spPr>
          <a:xfrm>
            <a:off x="7562850" y="4762500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形成反馈闭环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9790324-6284-4E97-B0F3-E584C526B7FB}"/>
              </a:ext>
            </a:extLst>
          </p:cNvPr>
          <p:cNvSpPr>
            <a:spLocks noGrp="1"/>
          </p:cNvSpPr>
          <p:nvPr/>
        </p:nvSpPr>
        <p:spPr>
          <a:xfrm>
            <a:off x="5905500" y="3524250"/>
            <a:ext cx="381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2550" b="1">
                <a:solidFill>
                  <a:srgbClr val="1597A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597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→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8FB6AB7-A4A5-4A2A-9C1F-6783A0FB4D52}"/>
              </a:ext>
            </a:extLst>
          </p:cNvPr>
          <p:cNvSpPr>
            <a:spLocks noGrp="1"/>
          </p:cNvSpPr>
          <p:nvPr/>
        </p:nvSpPr>
        <p:spPr>
          <a:xfrm>
            <a:off x="781050" y="596265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1597A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597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定位公式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753409B-6972-4D68-AC23-BE36DA0919B6}"/>
              </a:ext>
            </a:extLst>
          </p:cNvPr>
          <p:cNvSpPr>
            <a:spLocks noGrp="1"/>
          </p:cNvSpPr>
          <p:nvPr/>
        </p:nvSpPr>
        <p:spPr>
          <a:xfrm>
            <a:off x="1809750" y="5905500"/>
            <a:ext cx="895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124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数据发现细微信号  ×  AI辅助研判  ×  人工审核保障温度</a:t>
            </a:r>
          </a:p>
        </p:txBody>
      </p:sp>
    </p:spTree>
    <p:extLst>
      <p:ext uri="{BB962C8B-B14F-4D97-AF65-F5344CB8AC3E}">
        <p14:creationId xmlns:p14="http://schemas.microsoft.com/office/powerpoint/2010/main" val="196749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C241A9EB-01B9-4D41-A824-29D5440FBE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>
              <a:ext uri="{FF2B5EF4-FFF2-40B4-BE49-F238E27FC236}">
                <a16:creationId xmlns:a16="http://schemas.microsoft.com/office/drawing/2014/main" id="{2F5016BB-6E8A-462C-A694-40BA6E02915D}"/>
              </a:ext>
            </a:extLst>
          </p:cNvPr>
          <p:cNvSpPr>
            <a:spLocks noGrp="1"/>
          </p:cNvSpPr>
          <p:nvPr/>
        </p:nvSpPr>
        <p:spPr>
          <a:xfrm>
            <a:off x="514350" y="419100"/>
            <a:ext cx="76200" cy="76200"/>
          </a:xfrm>
          <a:prstGeom prst="ellipse">
            <a:avLst/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>
              <a:ext uri="{FF2B5EF4-FFF2-40B4-BE49-F238E27FC236}">
                <a16:creationId xmlns:a16="http://schemas.microsoft.com/office/drawing/2014/main" id="{20692059-6B3C-48EE-B637-59C06E2808E5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1597A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597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建设理念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CCB2BAB-2DED-43D0-BA8C-5FC138F08985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477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850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六项原则共同确保：系统越智能，关爱越有温度、治理越可控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0102FF4-C891-40BF-9993-8FD54D7CBF19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78909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78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学林知微 ScholarSense · 学生成长洞察与关爱协同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2AC55BE-FB05-4677-B0B5-F2FF08E8E957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1">
                <a:solidFill>
                  <a:srgbClr val="78909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78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06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8ACAC90-7186-41C8-B17E-AD8A03F5C5EA}"/>
              </a:ext>
            </a:extLst>
          </p:cNvPr>
          <p:cNvSpPr>
            <a:spLocks noGrp="1"/>
          </p:cNvSpPr>
          <p:nvPr/>
        </p:nvSpPr>
        <p:spPr>
          <a:xfrm>
            <a:off x="4838700" y="1629316"/>
            <a:ext cx="2514600" cy="2514600"/>
          </a:xfrm>
          <a:prstGeom prst="ellipse">
            <a:avLst/>
          </a:prstGeom>
          <a:solidFill>
            <a:srgbClr val="0B26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E19F83FE-4385-472E-8904-5E20541CEE1D}"/>
              </a:ext>
            </a:extLst>
          </p:cNvPr>
          <p:cNvSpPr>
            <a:spLocks noGrp="1"/>
          </p:cNvSpPr>
          <p:nvPr/>
        </p:nvSpPr>
        <p:spPr>
          <a:xfrm>
            <a:off x="5334000" y="2124616"/>
            <a:ext cx="1524000" cy="1524000"/>
          </a:xfrm>
          <a:prstGeom prst="ellipse">
            <a:avLst/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2" name="图形 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857875" y="2381791"/>
            <a:ext cx="476250" cy="47625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FCF39578-1C00-4BCD-9A11-6F2C2984C752}"/>
              </a:ext>
            </a:extLst>
          </p:cNvPr>
          <p:cNvSpPr>
            <a:spLocks noGrp="1"/>
          </p:cNvSpPr>
          <p:nvPr/>
        </p:nvSpPr>
        <p:spPr>
          <a:xfrm>
            <a:off x="5467350" y="3010441"/>
            <a:ext cx="12573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学生关爱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8110CBB-3167-442D-B146-8A540C6269E7}"/>
              </a:ext>
            </a:extLst>
          </p:cNvPr>
          <p:cNvSpPr>
            <a:spLocks noGrp="1"/>
          </p:cNvSpPr>
          <p:nvPr/>
        </p:nvSpPr>
        <p:spPr>
          <a:xfrm>
            <a:off x="1028700" y="1562641"/>
            <a:ext cx="876300" cy="876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pic>
        <p:nvPicPr>
          <p:cNvPr id="55" name="图形 11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314450" y="1781716"/>
            <a:ext cx="304800" cy="3048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FBB8F4EC-A93A-47BC-83A6-534A53A682FC}"/>
              </a:ext>
            </a:extLst>
          </p:cNvPr>
          <p:cNvSpPr>
            <a:spLocks noGrp="1"/>
          </p:cNvSpPr>
          <p:nvPr/>
        </p:nvSpPr>
        <p:spPr>
          <a:xfrm>
            <a:off x="704850" y="2553241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75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关爱优先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8A8E923-0A07-4832-A84D-7F3EE99BC358}"/>
              </a:ext>
            </a:extLst>
          </p:cNvPr>
          <p:cNvSpPr>
            <a:spLocks noGrp="1"/>
          </p:cNvSpPr>
          <p:nvPr/>
        </p:nvSpPr>
        <p:spPr>
          <a:xfrm>
            <a:off x="590550" y="2838991"/>
            <a:ext cx="1752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不是简单管控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110CA7CE-456C-424A-8A5E-B03D6B467DD4}"/>
              </a:ext>
            </a:extLst>
          </p:cNvPr>
          <p:cNvSpPr>
            <a:spLocks noGrp="1"/>
          </p:cNvSpPr>
          <p:nvPr/>
        </p:nvSpPr>
        <p:spPr>
          <a:xfrm>
            <a:off x="1104900" y="3429541"/>
            <a:ext cx="876300" cy="876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pic>
        <p:nvPicPr>
          <p:cNvPr id="59" name="图形 15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1390650" y="3648616"/>
            <a:ext cx="304800" cy="304800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641ABDF1-02CB-4DD4-9841-C0EF5C4C161D}"/>
              </a:ext>
            </a:extLst>
          </p:cNvPr>
          <p:cNvSpPr>
            <a:spLocks noGrp="1"/>
          </p:cNvSpPr>
          <p:nvPr/>
        </p:nvSpPr>
        <p:spPr>
          <a:xfrm>
            <a:off x="781050" y="4420141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75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规则可解释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D7C622A-9C71-49AD-9AFD-1D49B644D17D}"/>
              </a:ext>
            </a:extLst>
          </p:cNvPr>
          <p:cNvSpPr>
            <a:spLocks noGrp="1"/>
          </p:cNvSpPr>
          <p:nvPr/>
        </p:nvSpPr>
        <p:spPr>
          <a:xfrm>
            <a:off x="666750" y="4705891"/>
            <a:ext cx="1752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不是黑箱判断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DC61FCA-7FF4-48BA-BC3C-8AB940195D54}"/>
              </a:ext>
            </a:extLst>
          </p:cNvPr>
          <p:cNvSpPr>
            <a:spLocks noGrp="1"/>
          </p:cNvSpPr>
          <p:nvPr/>
        </p:nvSpPr>
        <p:spPr>
          <a:xfrm>
            <a:off x="3733800" y="4153441"/>
            <a:ext cx="876300" cy="876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pic>
        <p:nvPicPr>
          <p:cNvPr id="63" name="图形 19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4019550" y="4372516"/>
            <a:ext cx="304800" cy="304800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C0727FBA-8A23-4AEB-BEBD-6DC1645D3312}"/>
              </a:ext>
            </a:extLst>
          </p:cNvPr>
          <p:cNvSpPr>
            <a:spLocks noGrp="1"/>
          </p:cNvSpPr>
          <p:nvPr/>
        </p:nvSpPr>
        <p:spPr>
          <a:xfrm>
            <a:off x="3409950" y="5144041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75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AI 辅助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9FF6800-4F98-4B63-AA17-7F47BC8C82D2}"/>
              </a:ext>
            </a:extLst>
          </p:cNvPr>
          <p:cNvSpPr>
            <a:spLocks noGrp="1"/>
          </p:cNvSpPr>
          <p:nvPr/>
        </p:nvSpPr>
        <p:spPr>
          <a:xfrm>
            <a:off x="3295650" y="5429791"/>
            <a:ext cx="1752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不替代辅导员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6908708A-E283-48B7-89E0-AC41BE1D2D18}"/>
              </a:ext>
            </a:extLst>
          </p:cNvPr>
          <p:cNvSpPr>
            <a:spLocks noGrp="1"/>
          </p:cNvSpPr>
          <p:nvPr/>
        </p:nvSpPr>
        <p:spPr>
          <a:xfrm>
            <a:off x="7467600" y="4153441"/>
            <a:ext cx="876300" cy="876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pic>
        <p:nvPicPr>
          <p:cNvPr id="67" name="图形 23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7753350" y="4372516"/>
            <a:ext cx="304800" cy="304800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5F3DE607-E09C-4DBD-9B2E-00B119AA853A}"/>
              </a:ext>
            </a:extLst>
          </p:cNvPr>
          <p:cNvSpPr>
            <a:spLocks noGrp="1"/>
          </p:cNvSpPr>
          <p:nvPr/>
        </p:nvSpPr>
        <p:spPr>
          <a:xfrm>
            <a:off x="7143750" y="5144041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75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分级关怀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9C18934-EF66-4E27-B26F-C5E27DFA7496}"/>
              </a:ext>
            </a:extLst>
          </p:cNvPr>
          <p:cNvSpPr>
            <a:spLocks noGrp="1"/>
          </p:cNvSpPr>
          <p:nvPr/>
        </p:nvSpPr>
        <p:spPr>
          <a:xfrm>
            <a:off x="7029450" y="5429791"/>
            <a:ext cx="1752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不是一刀切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290166D1-380D-45A7-88CA-4EC040A12E57}"/>
              </a:ext>
            </a:extLst>
          </p:cNvPr>
          <p:cNvSpPr>
            <a:spLocks noGrp="1"/>
          </p:cNvSpPr>
          <p:nvPr/>
        </p:nvSpPr>
        <p:spPr>
          <a:xfrm>
            <a:off x="9715500" y="3429541"/>
            <a:ext cx="876300" cy="876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pic>
        <p:nvPicPr>
          <p:cNvPr id="71" name="图形 27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>
            <a:off x="10001250" y="3648616"/>
            <a:ext cx="304800" cy="304800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CFB8FB49-FA42-4CC0-81D5-08633FCFB4F6}"/>
              </a:ext>
            </a:extLst>
          </p:cNvPr>
          <p:cNvSpPr>
            <a:spLocks noGrp="1"/>
          </p:cNvSpPr>
          <p:nvPr/>
        </p:nvSpPr>
        <p:spPr>
          <a:xfrm>
            <a:off x="9391650" y="4420141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75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闭环干预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D2224DD-890C-4E75-B5B2-651392FE8855}"/>
              </a:ext>
            </a:extLst>
          </p:cNvPr>
          <p:cNvSpPr>
            <a:spLocks noGrp="1"/>
          </p:cNvSpPr>
          <p:nvPr/>
        </p:nvSpPr>
        <p:spPr>
          <a:xfrm>
            <a:off x="9277350" y="4705891"/>
            <a:ext cx="1752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不只推名单</a:t>
            </a: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99CED023-BFC8-43F3-879D-56C8CF34A294}"/>
              </a:ext>
            </a:extLst>
          </p:cNvPr>
          <p:cNvSpPr>
            <a:spLocks noGrp="1"/>
          </p:cNvSpPr>
          <p:nvPr/>
        </p:nvSpPr>
        <p:spPr>
          <a:xfrm>
            <a:off x="9715500" y="1562641"/>
            <a:ext cx="876300" cy="876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pic>
        <p:nvPicPr>
          <p:cNvPr id="75" name="图形 31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/>
        </p:blipFill>
        <p:spPr>
          <a:xfrm>
            <a:off x="10001250" y="1781716"/>
            <a:ext cx="304800" cy="304800"/>
          </a:xfrm>
          <a:prstGeom prst="rect">
            <a:avLst/>
          </a:prstGeom>
        </p:spPr>
      </p:pic>
      <p:sp>
        <p:nvSpPr>
          <p:cNvPr id="33" name="矩形 32">
            <a:extLst>
              <a:ext uri="{FF2B5EF4-FFF2-40B4-BE49-F238E27FC236}">
                <a16:creationId xmlns:a16="http://schemas.microsoft.com/office/drawing/2014/main" id="{C1116E51-794D-4628-B5E9-E7AC63BA76D4}"/>
              </a:ext>
            </a:extLst>
          </p:cNvPr>
          <p:cNvSpPr>
            <a:spLocks noGrp="1"/>
          </p:cNvSpPr>
          <p:nvPr/>
        </p:nvSpPr>
        <p:spPr>
          <a:xfrm>
            <a:off x="9391650" y="2553241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75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安全可控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15556B9-E6A7-4A7E-A8EA-B0FF22A2FF7A}"/>
              </a:ext>
            </a:extLst>
          </p:cNvPr>
          <p:cNvSpPr>
            <a:spLocks noGrp="1"/>
          </p:cNvSpPr>
          <p:nvPr/>
        </p:nvSpPr>
        <p:spPr>
          <a:xfrm>
            <a:off x="9277350" y="2838991"/>
            <a:ext cx="1752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最小必要与留痕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27AF044-AB31-44A7-BF92-1887BEC72C5F}"/>
              </a:ext>
            </a:extLst>
          </p:cNvPr>
          <p:cNvSpPr>
            <a:spLocks noGrp="1"/>
          </p:cNvSpPr>
          <p:nvPr/>
        </p:nvSpPr>
        <p:spPr>
          <a:xfrm>
            <a:off x="2381250" y="6229350"/>
            <a:ext cx="742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00" b="1">
                <a:solidFill>
                  <a:srgbClr val="124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核心边界：线索而非结论 · 建议而非自动决策 · 授权可见而非全员可查</a:t>
            </a:r>
          </a:p>
        </p:txBody>
      </p:sp>
    </p:spTree>
    <p:extLst>
      <p:ext uri="{BB962C8B-B14F-4D97-AF65-F5344CB8AC3E}">
        <p14:creationId xmlns:p14="http://schemas.microsoft.com/office/powerpoint/2010/main" val="1553381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7-marker">
            <a:extLst>
              <a:ext uri="{FF2B5EF4-FFF2-40B4-BE49-F238E27FC236}">
                <a16:creationId xmlns:a16="http://schemas.microsoft.com/office/drawing/2014/main" id="{A84D4610-C1E3-44BE-99F5-0D71C4A187A5}"/>
              </a:ext>
            </a:extLst>
          </p:cNvPr>
          <p:cNvSpPr>
            <a:spLocks noGrp="1"/>
          </p:cNvSpPr>
          <p:nvPr/>
        </p:nvSpPr>
        <p:spPr>
          <a:xfrm>
            <a:off x="514350" y="419100"/>
            <a:ext cx="76200" cy="76200"/>
          </a:xfrm>
          <a:prstGeom prst="ellipse">
            <a:avLst/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>
              <a:ext uri="{FF2B5EF4-FFF2-40B4-BE49-F238E27FC236}">
                <a16:creationId xmlns:a16="http://schemas.microsoft.com/office/drawing/2014/main" id="{FCE00F3E-A456-45E8-8FB8-44E0147C2E33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1597A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597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业务闭环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40A406-6A2A-441D-852C-CB37CA3EC130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477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700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线索价值不在“发出一条消息”，而在完整走通发现、核实、干预与优化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FDBFF6B-2207-4C64-AC98-1CE2A1DB7EE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78909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78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学林知微 ScholarSense · 学生成长洞察与关爱协同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7491022-8002-4DA0-93C8-E36BD1CDECC6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1">
                <a:solidFill>
                  <a:srgbClr val="78909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78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07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A48E50B-CCEF-4662-A736-3244D706B6AD}"/>
              </a:ext>
            </a:extLst>
          </p:cNvPr>
          <p:cNvSpPr>
            <a:spLocks noGrp="1"/>
          </p:cNvSpPr>
          <p:nvPr/>
        </p:nvSpPr>
        <p:spPr>
          <a:xfrm>
            <a:off x="4724400" y="2405205"/>
            <a:ext cx="2743200" cy="2743200"/>
          </a:xfrm>
          <a:prstGeom prst="ellipse">
            <a:avLst/>
          </a:prstGeom>
          <a:solidFill>
            <a:srgbClr val="EAF4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85A6E105-CB82-4B00-856D-B348ADF98E99}"/>
              </a:ext>
            </a:extLst>
          </p:cNvPr>
          <p:cNvSpPr>
            <a:spLocks noGrp="1"/>
          </p:cNvSpPr>
          <p:nvPr/>
        </p:nvSpPr>
        <p:spPr>
          <a:xfrm>
            <a:off x="5219700" y="2900505"/>
            <a:ext cx="1752600" cy="1752600"/>
          </a:xfrm>
          <a:prstGeom prst="ellipse">
            <a:avLst/>
          </a:prstGeom>
          <a:solidFill>
            <a:srgbClr val="0B26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4440EA2-EF51-476B-A644-A870E577783D}"/>
              </a:ext>
            </a:extLst>
          </p:cNvPr>
          <p:cNvSpPr>
            <a:spLocks noGrp="1"/>
          </p:cNvSpPr>
          <p:nvPr/>
        </p:nvSpPr>
        <p:spPr>
          <a:xfrm>
            <a:off x="5429250" y="3433905"/>
            <a:ext cx="1333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以学生为中心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7340DB4-221D-45FB-9799-A6655C5847D6}"/>
              </a:ext>
            </a:extLst>
          </p:cNvPr>
          <p:cNvSpPr>
            <a:spLocks noGrp="1"/>
          </p:cNvSpPr>
          <p:nvPr/>
        </p:nvSpPr>
        <p:spPr>
          <a:xfrm>
            <a:off x="5429250" y="3814905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75" b="1">
                <a:solidFill>
                  <a:srgbClr val="79D7D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79D7D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成长关怀闭环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901163B-D817-48CC-B577-5A8A7AFE4905}"/>
              </a:ext>
            </a:extLst>
          </p:cNvPr>
          <p:cNvSpPr>
            <a:spLocks noGrp="1"/>
          </p:cNvSpPr>
          <p:nvPr/>
        </p:nvSpPr>
        <p:spPr>
          <a:xfrm>
            <a:off x="5638260" y="1447800"/>
            <a:ext cx="876300" cy="876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92A58DA-4BA5-44B7-8B9B-A5EAC35A94FA}"/>
              </a:ext>
            </a:extLst>
          </p:cNvPr>
          <p:cNvSpPr>
            <a:spLocks noGrp="1"/>
          </p:cNvSpPr>
          <p:nvPr/>
        </p:nvSpPr>
        <p:spPr>
          <a:xfrm>
            <a:off x="5733510" y="1524000"/>
            <a:ext cx="266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124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01</a:t>
            </a:r>
          </a:p>
        </p:txBody>
      </p:sp>
      <p:pic>
        <p:nvPicPr>
          <p:cNvPr id="64" name="图形 1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933535" y="1666875"/>
            <a:ext cx="285750" cy="28575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F35EA5F9-2765-46AB-80EC-F9C4EC5DC959}"/>
              </a:ext>
            </a:extLst>
          </p:cNvPr>
          <p:cNvSpPr>
            <a:spLocks noGrp="1"/>
          </p:cNvSpPr>
          <p:nvPr/>
        </p:nvSpPr>
        <p:spPr>
          <a:xfrm>
            <a:off x="4826178" y="2219052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125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 dirty="0" err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数据归集</a:t>
            </a:r>
            <a:endParaRPr sz="1125" b="1" dirty="0">
              <a:solidFill>
                <a:srgbClr val="0B263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7454B05E-810F-4487-B5D1-909094BB552A}"/>
              </a:ext>
            </a:extLst>
          </p:cNvPr>
          <p:cNvSpPr>
            <a:spLocks noGrp="1"/>
          </p:cNvSpPr>
          <p:nvPr/>
        </p:nvSpPr>
        <p:spPr>
          <a:xfrm>
            <a:off x="7429500" y="2343150"/>
            <a:ext cx="876300" cy="876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996095C-AF1E-4D64-B517-8C351F0A0976}"/>
              </a:ext>
            </a:extLst>
          </p:cNvPr>
          <p:cNvSpPr>
            <a:spLocks noGrp="1"/>
          </p:cNvSpPr>
          <p:nvPr/>
        </p:nvSpPr>
        <p:spPr>
          <a:xfrm>
            <a:off x="7524750" y="2419350"/>
            <a:ext cx="266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1597A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597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02</a:t>
            </a:r>
          </a:p>
        </p:txBody>
      </p:sp>
      <p:pic>
        <p:nvPicPr>
          <p:cNvPr id="68" name="图形 1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7724775" y="2562225"/>
            <a:ext cx="285750" cy="285750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F0E069F6-6CBB-45E1-B3BC-152B15ED0F3F}"/>
              </a:ext>
            </a:extLst>
          </p:cNvPr>
          <p:cNvSpPr>
            <a:spLocks noGrp="1"/>
          </p:cNvSpPr>
          <p:nvPr/>
        </p:nvSpPr>
        <p:spPr>
          <a:xfrm>
            <a:off x="7200900" y="33147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125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智能研判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3246B54B-C21C-4F5F-A8D0-E31CC37861CA}"/>
              </a:ext>
            </a:extLst>
          </p:cNvPr>
          <p:cNvSpPr>
            <a:spLocks noGrp="1"/>
          </p:cNvSpPr>
          <p:nvPr/>
        </p:nvSpPr>
        <p:spPr>
          <a:xfrm>
            <a:off x="8229600" y="3924300"/>
            <a:ext cx="876300" cy="876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8199D25-E3F9-46B3-B8E6-8D12796896F1}"/>
              </a:ext>
            </a:extLst>
          </p:cNvPr>
          <p:cNvSpPr>
            <a:spLocks noGrp="1"/>
          </p:cNvSpPr>
          <p:nvPr/>
        </p:nvSpPr>
        <p:spPr>
          <a:xfrm>
            <a:off x="8324850" y="4000500"/>
            <a:ext cx="266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D97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D978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03</a:t>
            </a:r>
          </a:p>
        </p:txBody>
      </p:sp>
      <p:pic>
        <p:nvPicPr>
          <p:cNvPr id="72" name="图形 20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8524875" y="4143375"/>
            <a:ext cx="285750" cy="285750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40BF9CB5-93F7-4936-942E-65689658AC8E}"/>
              </a:ext>
            </a:extLst>
          </p:cNvPr>
          <p:cNvSpPr>
            <a:spLocks noGrp="1"/>
          </p:cNvSpPr>
          <p:nvPr/>
        </p:nvSpPr>
        <p:spPr>
          <a:xfrm>
            <a:off x="8001000" y="489585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125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线索推送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21207610-AD24-4321-BBD4-48F0314595C5}"/>
              </a:ext>
            </a:extLst>
          </p:cNvPr>
          <p:cNvSpPr>
            <a:spLocks noGrp="1"/>
          </p:cNvSpPr>
          <p:nvPr/>
        </p:nvSpPr>
        <p:spPr>
          <a:xfrm>
            <a:off x="6953250" y="4857750"/>
            <a:ext cx="876300" cy="876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BF12143-6A9E-4FBD-860D-8C5A168DB17C}"/>
              </a:ext>
            </a:extLst>
          </p:cNvPr>
          <p:cNvSpPr>
            <a:spLocks noGrp="1"/>
          </p:cNvSpPr>
          <p:nvPr/>
        </p:nvSpPr>
        <p:spPr>
          <a:xfrm>
            <a:off x="7048500" y="4933950"/>
            <a:ext cx="266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4FAF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4FAF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04</a:t>
            </a:r>
          </a:p>
        </p:txBody>
      </p:sp>
      <p:pic>
        <p:nvPicPr>
          <p:cNvPr id="76" name="图形 24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7248525" y="5076825"/>
            <a:ext cx="285750" cy="285750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58BC97AC-C090-44A3-B01E-F78F6CF9032E}"/>
              </a:ext>
            </a:extLst>
          </p:cNvPr>
          <p:cNvSpPr>
            <a:spLocks noGrp="1"/>
          </p:cNvSpPr>
          <p:nvPr/>
        </p:nvSpPr>
        <p:spPr>
          <a:xfrm>
            <a:off x="6724650" y="5829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125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辅导员初审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927A06D2-285B-4200-B41C-24BD31FAED5F}"/>
              </a:ext>
            </a:extLst>
          </p:cNvPr>
          <p:cNvSpPr>
            <a:spLocks noGrp="1"/>
          </p:cNvSpPr>
          <p:nvPr/>
        </p:nvSpPr>
        <p:spPr>
          <a:xfrm>
            <a:off x="4514850" y="4857750"/>
            <a:ext cx="876300" cy="876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320C1D2-DC4A-4A81-B998-18DECC4C3095}"/>
              </a:ext>
            </a:extLst>
          </p:cNvPr>
          <p:cNvSpPr>
            <a:spLocks noGrp="1"/>
          </p:cNvSpPr>
          <p:nvPr/>
        </p:nvSpPr>
        <p:spPr>
          <a:xfrm>
            <a:off x="4610100" y="4933950"/>
            <a:ext cx="266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4FAF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4FAF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05</a:t>
            </a:r>
          </a:p>
        </p:txBody>
      </p:sp>
      <p:pic>
        <p:nvPicPr>
          <p:cNvPr id="80" name="图形 28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4810125" y="5076825"/>
            <a:ext cx="285750" cy="285750"/>
          </a:xfrm>
          <a:prstGeom prst="rect">
            <a:avLst/>
          </a:prstGeom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A2E66F00-603E-46D4-BBA1-A391FE5156A8}"/>
              </a:ext>
            </a:extLst>
          </p:cNvPr>
          <p:cNvSpPr>
            <a:spLocks noGrp="1"/>
          </p:cNvSpPr>
          <p:nvPr/>
        </p:nvSpPr>
        <p:spPr>
          <a:xfrm>
            <a:off x="4286250" y="58293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125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关爱干预</a:t>
            </a: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4DB70367-ED34-4812-910F-0F296055501B}"/>
              </a:ext>
            </a:extLst>
          </p:cNvPr>
          <p:cNvSpPr>
            <a:spLocks noGrp="1"/>
          </p:cNvSpPr>
          <p:nvPr/>
        </p:nvSpPr>
        <p:spPr>
          <a:xfrm>
            <a:off x="3067050" y="3924300"/>
            <a:ext cx="876300" cy="876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2E221E3-2B3B-4068-B79B-5E4885471E59}"/>
              </a:ext>
            </a:extLst>
          </p:cNvPr>
          <p:cNvSpPr>
            <a:spLocks noGrp="1"/>
          </p:cNvSpPr>
          <p:nvPr/>
        </p:nvSpPr>
        <p:spPr>
          <a:xfrm>
            <a:off x="3162300" y="4000500"/>
            <a:ext cx="266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124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06</a:t>
            </a:r>
          </a:p>
        </p:txBody>
      </p:sp>
      <p:pic>
        <p:nvPicPr>
          <p:cNvPr id="84" name="图形 32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>
            <a:off x="3362325" y="4143375"/>
            <a:ext cx="285750" cy="285750"/>
          </a:xfrm>
          <a:prstGeom prst="rect">
            <a:avLst/>
          </a:prstGeom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A76ACBA6-CC6D-4B48-A538-B474A47E9042}"/>
              </a:ext>
            </a:extLst>
          </p:cNvPr>
          <p:cNvSpPr>
            <a:spLocks noGrp="1"/>
          </p:cNvSpPr>
          <p:nvPr/>
        </p:nvSpPr>
        <p:spPr>
          <a:xfrm>
            <a:off x="2838450" y="489585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125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结果反馈</a:t>
            </a: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94D0A742-CF4A-414B-B674-FC1868DE78B8}"/>
              </a:ext>
            </a:extLst>
          </p:cNvPr>
          <p:cNvSpPr>
            <a:spLocks noGrp="1"/>
          </p:cNvSpPr>
          <p:nvPr/>
        </p:nvSpPr>
        <p:spPr>
          <a:xfrm>
            <a:off x="3810000" y="2343150"/>
            <a:ext cx="876300" cy="876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F2750B9-F789-47ED-9A42-F1A5189AD2FD}"/>
              </a:ext>
            </a:extLst>
          </p:cNvPr>
          <p:cNvSpPr>
            <a:spLocks noGrp="1"/>
          </p:cNvSpPr>
          <p:nvPr/>
        </p:nvSpPr>
        <p:spPr>
          <a:xfrm>
            <a:off x="3905250" y="2419350"/>
            <a:ext cx="266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1597A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597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07</a:t>
            </a:r>
          </a:p>
        </p:txBody>
      </p:sp>
      <p:pic>
        <p:nvPicPr>
          <p:cNvPr id="88" name="图形 36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/>
        </p:blipFill>
        <p:spPr>
          <a:xfrm>
            <a:off x="4105275" y="2562225"/>
            <a:ext cx="285750" cy="285750"/>
          </a:xfrm>
          <a:prstGeom prst="rect">
            <a:avLst/>
          </a:prstGeom>
        </p:spPr>
      </p:pic>
      <p:sp>
        <p:nvSpPr>
          <p:cNvPr id="38" name="矩形 37">
            <a:extLst>
              <a:ext uri="{FF2B5EF4-FFF2-40B4-BE49-F238E27FC236}">
                <a16:creationId xmlns:a16="http://schemas.microsoft.com/office/drawing/2014/main" id="{F2E06BA0-10DA-41A3-958C-7255E2C6B71D}"/>
              </a:ext>
            </a:extLst>
          </p:cNvPr>
          <p:cNvSpPr>
            <a:spLocks noGrp="1"/>
          </p:cNvSpPr>
          <p:nvPr/>
        </p:nvSpPr>
        <p:spPr>
          <a:xfrm>
            <a:off x="3581400" y="331470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125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规则优化</a:t>
            </a:r>
          </a:p>
        </p:txBody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CFA332D8-AF2B-4FE6-9762-5E257713714A}"/>
              </a:ext>
            </a:extLst>
          </p:cNvPr>
          <p:cNvSpPr>
            <a:spLocks noGrp="1"/>
          </p:cNvSpPr>
          <p:nvPr/>
        </p:nvSpPr>
        <p:spPr>
          <a:xfrm>
            <a:off x="10210800" y="1981200"/>
            <a:ext cx="1314450" cy="876300"/>
          </a:xfrm>
          <a:prstGeom prst="roundRect">
            <a:avLst>
              <a:gd name="adj" fmla="val 8696"/>
            </a:avLst>
          </a:prstGeom>
          <a:solidFill>
            <a:srgbClr val="0B26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C2252F2-15B5-40CF-97DF-137F1909E1BE}"/>
              </a:ext>
            </a:extLst>
          </p:cNvPr>
          <p:cNvSpPr>
            <a:spLocks noGrp="1"/>
          </p:cNvSpPr>
          <p:nvPr/>
        </p:nvSpPr>
        <p:spPr>
          <a:xfrm>
            <a:off x="10363200" y="2076450"/>
            <a:ext cx="1009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75" b="1">
                <a:solidFill>
                  <a:srgbClr val="79D7D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79D7D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运营复盘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6120438-A9A0-4938-A095-D7A5ACD25D2E}"/>
              </a:ext>
            </a:extLst>
          </p:cNvPr>
          <p:cNvSpPr>
            <a:spLocks noGrp="1"/>
          </p:cNvSpPr>
          <p:nvPr/>
        </p:nvSpPr>
        <p:spPr>
          <a:xfrm>
            <a:off x="10325100" y="2362200"/>
            <a:ext cx="10858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周报/月报</a:t>
            </a:r>
          </a:p>
          <a:p>
            <a:pPr algn="ctr">
              <a:buNone/>
              <a:defRPr sz="8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噪声原因 · 协同成效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52BDE2C7-DF32-4074-93E9-9251C8C5E523}"/>
              </a:ext>
            </a:extLst>
          </p:cNvPr>
          <p:cNvSpPr>
            <a:spLocks noGrp="1"/>
          </p:cNvSpPr>
          <p:nvPr/>
        </p:nvSpPr>
        <p:spPr>
          <a:xfrm>
            <a:off x="1790700" y="6191250"/>
            <a:ext cx="861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00" b="1">
                <a:solidFill>
                  <a:srgbClr val="124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闭环的每一步都有责任人、时限、证据和状态，才能从“名单管理”升级为“关爱运营”。</a:t>
            </a:r>
          </a:p>
        </p:txBody>
      </p:sp>
    </p:spTree>
    <p:extLst>
      <p:ext uri="{BB962C8B-B14F-4D97-AF65-F5344CB8AC3E}">
        <p14:creationId xmlns:p14="http://schemas.microsoft.com/office/powerpoint/2010/main" val="165891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8-marker">
            <a:extLst>
              <a:ext uri="{FF2B5EF4-FFF2-40B4-BE49-F238E27FC236}">
                <a16:creationId xmlns:a16="http://schemas.microsoft.com/office/drawing/2014/main" id="{3EBCF0C2-CD65-470A-AABF-EA425921AE15}"/>
              </a:ext>
            </a:extLst>
          </p:cNvPr>
          <p:cNvSpPr>
            <a:spLocks noGrp="1"/>
          </p:cNvSpPr>
          <p:nvPr/>
        </p:nvSpPr>
        <p:spPr>
          <a:xfrm>
            <a:off x="514350" y="419100"/>
            <a:ext cx="76200" cy="76200"/>
          </a:xfrm>
          <a:prstGeom prst="ellipse">
            <a:avLst/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>
              <a:ext uri="{FF2B5EF4-FFF2-40B4-BE49-F238E27FC236}">
                <a16:creationId xmlns:a16="http://schemas.microsoft.com/office/drawing/2014/main" id="{09BF363E-2A2F-4EB3-8419-95753650EADB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1597A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597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总体架构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765E6D5-2810-43FE-8D73-FF255BEF3E25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477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700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 dirty="0" err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一个智能</a:t>
            </a:r>
            <a:r>
              <a:rPr lang="zh-CN" altLang="en-US" sz="2700" b="1" dirty="0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核心</a:t>
            </a:r>
            <a:r>
              <a:rPr sz="2700" b="1" dirty="0" err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连接四类服务入口，并建立从可信数据到关爱行动的完整链路</a:t>
            </a:r>
            <a:endParaRPr sz="2700" b="1" dirty="0">
              <a:solidFill>
                <a:srgbClr val="0B263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960F478-9033-4548-BE04-11F1C3D936B9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78909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78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学林知微 ScholarSense · 学生成长洞察与关爱协同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D911054-38F1-4212-9BC8-6064B07339A4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1">
                <a:solidFill>
                  <a:srgbClr val="78909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78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08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9C200A4-840D-4B74-BC98-E50B7DB2FCBC}"/>
              </a:ext>
            </a:extLst>
          </p:cNvPr>
          <p:cNvSpPr>
            <a:spLocks noGrp="1"/>
          </p:cNvSpPr>
          <p:nvPr/>
        </p:nvSpPr>
        <p:spPr>
          <a:xfrm>
            <a:off x="514350" y="1752600"/>
            <a:ext cx="11163300" cy="704850"/>
          </a:xfrm>
          <a:prstGeom prst="roundRect">
            <a:avLst>
              <a:gd name="adj" fmla="val 10811"/>
            </a:avLst>
          </a:prstGeom>
          <a:solidFill>
            <a:srgbClr val="E4F0F4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E64D71D-AAE6-4ACA-B7CA-B3B6A5C7AA9F}"/>
              </a:ext>
            </a:extLst>
          </p:cNvPr>
          <p:cNvSpPr>
            <a:spLocks noGrp="1"/>
          </p:cNvSpPr>
          <p:nvPr/>
        </p:nvSpPr>
        <p:spPr>
          <a:xfrm>
            <a:off x="514350" y="1752600"/>
            <a:ext cx="1238250" cy="704850"/>
          </a:xfrm>
          <a:prstGeom prst="roundRect">
            <a:avLst>
              <a:gd name="adj" fmla="val 10811"/>
            </a:avLst>
          </a:prstGeom>
          <a:solidFill>
            <a:srgbClr val="124E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E5806-40A5-48BE-A869-22F397EF77ED}"/>
              </a:ext>
            </a:extLst>
          </p:cNvPr>
          <p:cNvSpPr>
            <a:spLocks noGrp="1"/>
          </p:cNvSpPr>
          <p:nvPr/>
        </p:nvSpPr>
        <p:spPr>
          <a:xfrm>
            <a:off x="514350" y="1752600"/>
            <a:ext cx="1238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服务入口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2A34D9F9-992A-4C98-BA68-77268B4C6A4F}"/>
              </a:ext>
            </a:extLst>
          </p:cNvPr>
          <p:cNvSpPr>
            <a:spLocks noGrp="1"/>
          </p:cNvSpPr>
          <p:nvPr/>
        </p:nvSpPr>
        <p:spPr>
          <a:xfrm>
            <a:off x="1866900" y="1924050"/>
            <a:ext cx="2338388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1A15698-F47F-43F4-B6D4-222CE515197A}"/>
              </a:ext>
            </a:extLst>
          </p:cNvPr>
          <p:cNvSpPr>
            <a:spLocks noGrp="1"/>
          </p:cNvSpPr>
          <p:nvPr/>
        </p:nvSpPr>
        <p:spPr>
          <a:xfrm>
            <a:off x="1914525" y="1924050"/>
            <a:ext cx="2243138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领导驾驶舱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4C42CC97-151C-418B-938C-1A234AF488D6}"/>
              </a:ext>
            </a:extLst>
          </p:cNvPr>
          <p:cNvSpPr>
            <a:spLocks noGrp="1"/>
          </p:cNvSpPr>
          <p:nvPr/>
        </p:nvSpPr>
        <p:spPr>
          <a:xfrm>
            <a:off x="4319588" y="1924050"/>
            <a:ext cx="2338388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94851BB-D909-4EA6-A762-CF22EBE27A66}"/>
              </a:ext>
            </a:extLst>
          </p:cNvPr>
          <p:cNvSpPr>
            <a:spLocks noGrp="1"/>
          </p:cNvSpPr>
          <p:nvPr/>
        </p:nvSpPr>
        <p:spPr>
          <a:xfrm>
            <a:off x="4367213" y="1924050"/>
            <a:ext cx="2243138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学工管理端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0361F7C3-F899-468E-A0D2-A389A8A13361}"/>
              </a:ext>
            </a:extLst>
          </p:cNvPr>
          <p:cNvSpPr>
            <a:spLocks noGrp="1"/>
          </p:cNvSpPr>
          <p:nvPr/>
        </p:nvSpPr>
        <p:spPr>
          <a:xfrm>
            <a:off x="6772275" y="1924050"/>
            <a:ext cx="2338388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940FD21-15E8-442B-AFFF-4EAFD895A54F}"/>
              </a:ext>
            </a:extLst>
          </p:cNvPr>
          <p:cNvSpPr>
            <a:spLocks noGrp="1"/>
          </p:cNvSpPr>
          <p:nvPr/>
        </p:nvSpPr>
        <p:spPr>
          <a:xfrm>
            <a:off x="6819900" y="1924050"/>
            <a:ext cx="2243138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学院管理端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55EED40E-6810-4FBD-9411-D4AA347C983B}"/>
              </a:ext>
            </a:extLst>
          </p:cNvPr>
          <p:cNvSpPr>
            <a:spLocks noGrp="1"/>
          </p:cNvSpPr>
          <p:nvPr/>
        </p:nvSpPr>
        <p:spPr>
          <a:xfrm>
            <a:off x="9224963" y="1924050"/>
            <a:ext cx="2338388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4B11445-AF72-4676-A7F5-BA65CE69139A}"/>
              </a:ext>
            </a:extLst>
          </p:cNvPr>
          <p:cNvSpPr>
            <a:spLocks noGrp="1"/>
          </p:cNvSpPr>
          <p:nvPr/>
        </p:nvSpPr>
        <p:spPr>
          <a:xfrm>
            <a:off x="9272588" y="1924050"/>
            <a:ext cx="2243138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辅导员工作台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FF9D5F8A-C7A0-4DBE-9DC2-924D2A23C8CD}"/>
              </a:ext>
            </a:extLst>
          </p:cNvPr>
          <p:cNvSpPr>
            <a:spLocks noGrp="1"/>
          </p:cNvSpPr>
          <p:nvPr/>
        </p:nvSpPr>
        <p:spPr>
          <a:xfrm>
            <a:off x="514350" y="2628900"/>
            <a:ext cx="1116330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A5B63127-D1C8-49A6-ABB6-10CF2F1ED0CC}"/>
              </a:ext>
            </a:extLst>
          </p:cNvPr>
          <p:cNvSpPr>
            <a:spLocks noGrp="1"/>
          </p:cNvSpPr>
          <p:nvPr/>
        </p:nvSpPr>
        <p:spPr>
          <a:xfrm>
            <a:off x="514350" y="2628900"/>
            <a:ext cx="1238250" cy="1028700"/>
          </a:xfrm>
          <a:prstGeom prst="roundRect">
            <a:avLst>
              <a:gd name="adj" fmla="val 7407"/>
            </a:avLst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07EE4E4-F3C9-4E3E-919A-51AFC4C4F300}"/>
              </a:ext>
            </a:extLst>
          </p:cNvPr>
          <p:cNvSpPr>
            <a:spLocks noGrp="1"/>
          </p:cNvSpPr>
          <p:nvPr/>
        </p:nvSpPr>
        <p:spPr>
          <a:xfrm>
            <a:off x="514350" y="2628900"/>
            <a:ext cx="123825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业务应用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4173118-3E21-4F20-BEE2-22B5C73DC545}"/>
              </a:ext>
            </a:extLst>
          </p:cNvPr>
          <p:cNvSpPr>
            <a:spLocks noGrp="1"/>
          </p:cNvSpPr>
          <p:nvPr/>
        </p:nvSpPr>
        <p:spPr>
          <a:xfrm>
            <a:off x="1866900" y="2800350"/>
            <a:ext cx="1287236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8638BDE-3800-4FD5-8829-C470DAA04D93}"/>
              </a:ext>
            </a:extLst>
          </p:cNvPr>
          <p:cNvSpPr>
            <a:spLocks noGrp="1"/>
          </p:cNvSpPr>
          <p:nvPr/>
        </p:nvSpPr>
        <p:spPr>
          <a:xfrm>
            <a:off x="1914525" y="2800350"/>
            <a:ext cx="1191986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成长总览</a:t>
            </a: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B0F5EE43-A8D4-4156-A158-DAC6DF9A40C7}"/>
              </a:ext>
            </a:extLst>
          </p:cNvPr>
          <p:cNvSpPr>
            <a:spLocks noGrp="1"/>
          </p:cNvSpPr>
          <p:nvPr/>
        </p:nvSpPr>
        <p:spPr>
          <a:xfrm>
            <a:off x="3268436" y="2800350"/>
            <a:ext cx="1287236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1EE6DF8-A999-4B30-8B11-66AEF3B84860}"/>
              </a:ext>
            </a:extLst>
          </p:cNvPr>
          <p:cNvSpPr>
            <a:spLocks noGrp="1"/>
          </p:cNvSpPr>
          <p:nvPr/>
        </p:nvSpPr>
        <p:spPr>
          <a:xfrm>
            <a:off x="3316061" y="2800350"/>
            <a:ext cx="1191986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线索列表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517FD6CF-780B-4418-B3DA-16C8AA50BBE8}"/>
              </a:ext>
            </a:extLst>
          </p:cNvPr>
          <p:cNvSpPr>
            <a:spLocks noGrp="1"/>
          </p:cNvSpPr>
          <p:nvPr/>
        </p:nvSpPr>
        <p:spPr>
          <a:xfrm>
            <a:off x="4669971" y="2800350"/>
            <a:ext cx="1287236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7D0ADC9-9E9B-4BBA-98A5-855B2E155672}"/>
              </a:ext>
            </a:extLst>
          </p:cNvPr>
          <p:cNvSpPr>
            <a:spLocks noGrp="1"/>
          </p:cNvSpPr>
          <p:nvPr/>
        </p:nvSpPr>
        <p:spPr>
          <a:xfrm>
            <a:off x="4717596" y="2800350"/>
            <a:ext cx="1191986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学生详情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0E886059-F3CE-42A0-91E0-1B0BC2EF002E}"/>
              </a:ext>
            </a:extLst>
          </p:cNvPr>
          <p:cNvSpPr>
            <a:spLocks noGrp="1"/>
          </p:cNvSpPr>
          <p:nvPr/>
        </p:nvSpPr>
        <p:spPr>
          <a:xfrm>
            <a:off x="6071507" y="2800350"/>
            <a:ext cx="1287236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0F8571C-3640-466D-ACB7-4170DC8B0ED6}"/>
              </a:ext>
            </a:extLst>
          </p:cNvPr>
          <p:cNvSpPr>
            <a:spLocks noGrp="1"/>
          </p:cNvSpPr>
          <p:nvPr/>
        </p:nvSpPr>
        <p:spPr>
          <a:xfrm>
            <a:off x="6119132" y="2800350"/>
            <a:ext cx="1191986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协同闭环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C927E5C0-8C4A-4790-A398-9964E9771989}"/>
              </a:ext>
            </a:extLst>
          </p:cNvPr>
          <p:cNvSpPr>
            <a:spLocks noGrp="1"/>
          </p:cNvSpPr>
          <p:nvPr/>
        </p:nvSpPr>
        <p:spPr>
          <a:xfrm>
            <a:off x="7473043" y="2800350"/>
            <a:ext cx="1287236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628B196-5BD3-43A9-A711-1AC304422713}"/>
              </a:ext>
            </a:extLst>
          </p:cNvPr>
          <p:cNvSpPr>
            <a:spLocks noGrp="1"/>
          </p:cNvSpPr>
          <p:nvPr/>
        </p:nvSpPr>
        <p:spPr>
          <a:xfrm>
            <a:off x="7520668" y="2800350"/>
            <a:ext cx="1191986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规则配置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2D73951D-2058-4855-A78C-C28D44975C14}"/>
              </a:ext>
            </a:extLst>
          </p:cNvPr>
          <p:cNvSpPr>
            <a:spLocks noGrp="1"/>
          </p:cNvSpPr>
          <p:nvPr/>
        </p:nvSpPr>
        <p:spPr>
          <a:xfrm>
            <a:off x="8874579" y="2800350"/>
            <a:ext cx="1287236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246ECBA-5BFA-43AE-8FF4-4EA8A2DCBB95}"/>
              </a:ext>
            </a:extLst>
          </p:cNvPr>
          <p:cNvSpPr>
            <a:spLocks noGrp="1"/>
          </p:cNvSpPr>
          <p:nvPr/>
        </p:nvSpPr>
        <p:spPr>
          <a:xfrm>
            <a:off x="8922204" y="2800350"/>
            <a:ext cx="1191986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数据质量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EFD2E9EA-7866-4DE7-8337-C158C6EC7EB6}"/>
              </a:ext>
            </a:extLst>
          </p:cNvPr>
          <p:cNvSpPr>
            <a:spLocks noGrp="1"/>
          </p:cNvSpPr>
          <p:nvPr/>
        </p:nvSpPr>
        <p:spPr>
          <a:xfrm>
            <a:off x="10276114" y="2800350"/>
            <a:ext cx="1287236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743D101-7930-4D5B-95B3-E00433DB8F6D}"/>
              </a:ext>
            </a:extLst>
          </p:cNvPr>
          <p:cNvSpPr>
            <a:spLocks noGrp="1"/>
          </p:cNvSpPr>
          <p:nvPr/>
        </p:nvSpPr>
        <p:spPr>
          <a:xfrm>
            <a:off x="10323739" y="2800350"/>
            <a:ext cx="1191986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周报月报</a:t>
            </a: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9EFBBB5E-3227-4EA5-983A-B957173EEAC3}"/>
              </a:ext>
            </a:extLst>
          </p:cNvPr>
          <p:cNvSpPr>
            <a:spLocks noGrp="1"/>
          </p:cNvSpPr>
          <p:nvPr/>
        </p:nvSpPr>
        <p:spPr>
          <a:xfrm>
            <a:off x="514350" y="3829050"/>
            <a:ext cx="11163300" cy="952500"/>
          </a:xfrm>
          <a:prstGeom prst="roundRect">
            <a:avLst>
              <a:gd name="adj" fmla="val 8000"/>
            </a:avLst>
          </a:prstGeom>
          <a:solidFill>
            <a:srgbClr val="0B2635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FB2B680C-C3C0-49F1-9C5F-3D4F08A102EF}"/>
              </a:ext>
            </a:extLst>
          </p:cNvPr>
          <p:cNvSpPr>
            <a:spLocks noGrp="1"/>
          </p:cNvSpPr>
          <p:nvPr/>
        </p:nvSpPr>
        <p:spPr>
          <a:xfrm>
            <a:off x="514350" y="3829050"/>
            <a:ext cx="1238250" cy="952500"/>
          </a:xfrm>
          <a:prstGeom prst="roundRect">
            <a:avLst>
              <a:gd name="adj" fmla="val 8000"/>
            </a:avLst>
          </a:prstGeom>
          <a:solidFill>
            <a:srgbClr val="79D7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307EFF1-3B55-42D0-B7EE-52BBE42E54FA}"/>
              </a:ext>
            </a:extLst>
          </p:cNvPr>
          <p:cNvSpPr>
            <a:spLocks noGrp="1"/>
          </p:cNvSpPr>
          <p:nvPr/>
        </p:nvSpPr>
        <p:spPr>
          <a:xfrm>
            <a:off x="514350" y="3829050"/>
            <a:ext cx="12382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350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dirty="0" err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智</a:t>
            </a:r>
            <a:r>
              <a:rPr lang="zh-CN" altLang="en-US" sz="1350" b="1" dirty="0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能核心</a:t>
            </a:r>
            <a:endParaRPr sz="1350" b="1" dirty="0">
              <a:solidFill>
                <a:srgbClr val="0B263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472066D6-DB50-4C24-8CED-2739D9263C65}"/>
              </a:ext>
            </a:extLst>
          </p:cNvPr>
          <p:cNvSpPr>
            <a:spLocks noGrp="1"/>
          </p:cNvSpPr>
          <p:nvPr/>
        </p:nvSpPr>
        <p:spPr>
          <a:xfrm>
            <a:off x="1866900" y="4000500"/>
            <a:ext cx="1287236" cy="609600"/>
          </a:xfrm>
          <a:prstGeom prst="roundRect">
            <a:avLst>
              <a:gd name="adj" fmla="val 12500"/>
            </a:avLst>
          </a:prstGeom>
          <a:solidFill>
            <a:srgbClr val="173C4A"/>
          </a:solidFill>
          <a:ln w="9525">
            <a:solidFill>
              <a:srgbClr val="315A69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847D776-3BBB-48CB-9D94-18DA4DBC6666}"/>
              </a:ext>
            </a:extLst>
          </p:cNvPr>
          <p:cNvSpPr>
            <a:spLocks noGrp="1"/>
          </p:cNvSpPr>
          <p:nvPr/>
        </p:nvSpPr>
        <p:spPr>
          <a:xfrm>
            <a:off x="1914525" y="4000500"/>
            <a:ext cx="1191986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学生标签体系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8C912C41-11B4-4E24-9E1C-2C4989D469BB}"/>
              </a:ext>
            </a:extLst>
          </p:cNvPr>
          <p:cNvSpPr>
            <a:spLocks noGrp="1"/>
          </p:cNvSpPr>
          <p:nvPr/>
        </p:nvSpPr>
        <p:spPr>
          <a:xfrm>
            <a:off x="3268436" y="4000500"/>
            <a:ext cx="1287236" cy="609600"/>
          </a:xfrm>
          <a:prstGeom prst="roundRect">
            <a:avLst>
              <a:gd name="adj" fmla="val 12500"/>
            </a:avLst>
          </a:prstGeom>
          <a:solidFill>
            <a:srgbClr val="173C4A"/>
          </a:solidFill>
          <a:ln w="9525">
            <a:solidFill>
              <a:srgbClr val="315A69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4A65C05-193B-45C4-B508-A2FBECD9C701}"/>
              </a:ext>
            </a:extLst>
          </p:cNvPr>
          <p:cNvSpPr>
            <a:spLocks noGrp="1"/>
          </p:cNvSpPr>
          <p:nvPr/>
        </p:nvSpPr>
        <p:spPr>
          <a:xfrm>
            <a:off x="3316061" y="4000500"/>
            <a:ext cx="1191986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规则引擎</a:t>
            </a:r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AA9E6C33-6F42-485F-B48C-E0F33B2736FE}"/>
              </a:ext>
            </a:extLst>
          </p:cNvPr>
          <p:cNvSpPr>
            <a:spLocks noGrp="1"/>
          </p:cNvSpPr>
          <p:nvPr/>
        </p:nvSpPr>
        <p:spPr>
          <a:xfrm>
            <a:off x="4669971" y="4000500"/>
            <a:ext cx="1287236" cy="609600"/>
          </a:xfrm>
          <a:prstGeom prst="roundRect">
            <a:avLst>
              <a:gd name="adj" fmla="val 12500"/>
            </a:avLst>
          </a:prstGeom>
          <a:solidFill>
            <a:srgbClr val="173C4A"/>
          </a:solidFill>
          <a:ln w="9525">
            <a:solidFill>
              <a:srgbClr val="315A69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2C210A7-833E-4702-94EF-75BA0548B97F}"/>
              </a:ext>
            </a:extLst>
          </p:cNvPr>
          <p:cNvSpPr>
            <a:spLocks noGrp="1"/>
          </p:cNvSpPr>
          <p:nvPr/>
        </p:nvSpPr>
        <p:spPr>
          <a:xfrm>
            <a:off x="4717596" y="4000500"/>
            <a:ext cx="1191986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观变镜</a:t>
            </a:r>
          </a:p>
        </p:txBody>
      </p:sp>
      <p:sp>
        <p:nvSpPr>
          <p:cNvPr id="44" name="圆角矩形 43">
            <a:extLst>
              <a:ext uri="{FF2B5EF4-FFF2-40B4-BE49-F238E27FC236}">
                <a16:creationId xmlns:a16="http://schemas.microsoft.com/office/drawing/2014/main" id="{48E7D871-9A44-43FE-AEE2-3E94FC7A9343}"/>
              </a:ext>
            </a:extLst>
          </p:cNvPr>
          <p:cNvSpPr>
            <a:spLocks noGrp="1"/>
          </p:cNvSpPr>
          <p:nvPr/>
        </p:nvSpPr>
        <p:spPr>
          <a:xfrm>
            <a:off x="6071507" y="4000500"/>
            <a:ext cx="1287236" cy="609600"/>
          </a:xfrm>
          <a:prstGeom prst="roundRect">
            <a:avLst>
              <a:gd name="adj" fmla="val 12500"/>
            </a:avLst>
          </a:prstGeom>
          <a:solidFill>
            <a:srgbClr val="173C4A"/>
          </a:solidFill>
          <a:ln w="9525">
            <a:solidFill>
              <a:srgbClr val="315A69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3889BE3-44E0-4409-81E9-B15D2F4ACB21}"/>
              </a:ext>
            </a:extLst>
          </p:cNvPr>
          <p:cNvSpPr>
            <a:spLocks noGrp="1"/>
          </p:cNvSpPr>
          <p:nvPr/>
        </p:nvSpPr>
        <p:spPr>
          <a:xfrm>
            <a:off x="6119132" y="4000500"/>
            <a:ext cx="1191986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合证镜</a:t>
            </a:r>
          </a:p>
        </p:txBody>
      </p: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204FC8D2-B4B9-44D9-AA94-E59E4CA0B1E8}"/>
              </a:ext>
            </a:extLst>
          </p:cNvPr>
          <p:cNvSpPr>
            <a:spLocks noGrp="1"/>
          </p:cNvSpPr>
          <p:nvPr/>
        </p:nvSpPr>
        <p:spPr>
          <a:xfrm>
            <a:off x="7473043" y="4000500"/>
            <a:ext cx="1287236" cy="609600"/>
          </a:xfrm>
          <a:prstGeom prst="roundRect">
            <a:avLst>
              <a:gd name="adj" fmla="val 12500"/>
            </a:avLst>
          </a:prstGeom>
          <a:solidFill>
            <a:srgbClr val="173C4A"/>
          </a:solidFill>
          <a:ln w="9525">
            <a:solidFill>
              <a:srgbClr val="315A69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5B0ADCDA-A5EE-4A99-9BBA-EE83F383FA4E}"/>
              </a:ext>
            </a:extLst>
          </p:cNvPr>
          <p:cNvSpPr>
            <a:spLocks noGrp="1"/>
          </p:cNvSpPr>
          <p:nvPr/>
        </p:nvSpPr>
        <p:spPr>
          <a:xfrm>
            <a:off x="7520668" y="4000500"/>
            <a:ext cx="1191986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AI解释</a:t>
            </a:r>
          </a:p>
        </p:txBody>
      </p: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2E671B8F-93C1-40FD-A4F1-9E2A226ED2D2}"/>
              </a:ext>
            </a:extLst>
          </p:cNvPr>
          <p:cNvSpPr>
            <a:spLocks noGrp="1"/>
          </p:cNvSpPr>
          <p:nvPr/>
        </p:nvSpPr>
        <p:spPr>
          <a:xfrm>
            <a:off x="8874579" y="4000500"/>
            <a:ext cx="1287236" cy="609600"/>
          </a:xfrm>
          <a:prstGeom prst="roundRect">
            <a:avLst>
              <a:gd name="adj" fmla="val 12500"/>
            </a:avLst>
          </a:prstGeom>
          <a:solidFill>
            <a:srgbClr val="173C4A"/>
          </a:solidFill>
          <a:ln w="9525">
            <a:solidFill>
              <a:srgbClr val="315A69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CE4934A-DFA4-4BC8-BE2F-386A6FE13BC2}"/>
              </a:ext>
            </a:extLst>
          </p:cNvPr>
          <p:cNvSpPr>
            <a:spLocks noGrp="1"/>
          </p:cNvSpPr>
          <p:nvPr/>
        </p:nvSpPr>
        <p:spPr>
          <a:xfrm>
            <a:off x="8922204" y="4000500"/>
            <a:ext cx="1191986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关怀建议</a:t>
            </a:r>
          </a:p>
        </p:txBody>
      </p:sp>
      <p:sp>
        <p:nvSpPr>
          <p:cNvPr id="50" name="圆角矩形 49">
            <a:extLst>
              <a:ext uri="{FF2B5EF4-FFF2-40B4-BE49-F238E27FC236}">
                <a16:creationId xmlns:a16="http://schemas.microsoft.com/office/drawing/2014/main" id="{7B0E1A87-7D3E-4C40-AA44-E6CE63AE8E1F}"/>
              </a:ext>
            </a:extLst>
          </p:cNvPr>
          <p:cNvSpPr>
            <a:spLocks noGrp="1"/>
          </p:cNvSpPr>
          <p:nvPr/>
        </p:nvSpPr>
        <p:spPr>
          <a:xfrm>
            <a:off x="10276114" y="4000500"/>
            <a:ext cx="1287236" cy="609600"/>
          </a:xfrm>
          <a:prstGeom prst="roundRect">
            <a:avLst>
              <a:gd name="adj" fmla="val 12500"/>
            </a:avLst>
          </a:prstGeom>
          <a:solidFill>
            <a:srgbClr val="173C4A"/>
          </a:solidFill>
          <a:ln w="9525">
            <a:solidFill>
              <a:srgbClr val="315A69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6186AA8C-591A-40F8-A903-320D54534081}"/>
              </a:ext>
            </a:extLst>
          </p:cNvPr>
          <p:cNvSpPr>
            <a:spLocks noGrp="1"/>
          </p:cNvSpPr>
          <p:nvPr/>
        </p:nvSpPr>
        <p:spPr>
          <a:xfrm>
            <a:off x="10323739" y="4000500"/>
            <a:ext cx="1191986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知识库</a:t>
            </a:r>
          </a:p>
        </p:txBody>
      </p:sp>
      <p:sp>
        <p:nvSpPr>
          <p:cNvPr id="52" name="圆角矩形 51">
            <a:extLst>
              <a:ext uri="{FF2B5EF4-FFF2-40B4-BE49-F238E27FC236}">
                <a16:creationId xmlns:a16="http://schemas.microsoft.com/office/drawing/2014/main" id="{06ACC0E2-5093-4F16-95BF-05C5EC0DD378}"/>
              </a:ext>
            </a:extLst>
          </p:cNvPr>
          <p:cNvSpPr>
            <a:spLocks noGrp="1"/>
          </p:cNvSpPr>
          <p:nvPr/>
        </p:nvSpPr>
        <p:spPr>
          <a:xfrm>
            <a:off x="514350" y="4953000"/>
            <a:ext cx="11163300" cy="876300"/>
          </a:xfrm>
          <a:prstGeom prst="roundRect">
            <a:avLst>
              <a:gd name="adj" fmla="val 8696"/>
            </a:avLst>
          </a:prstGeom>
          <a:solidFill>
            <a:srgbClr val="E9F5F0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53" name="圆角矩形 52">
            <a:extLst>
              <a:ext uri="{FF2B5EF4-FFF2-40B4-BE49-F238E27FC236}">
                <a16:creationId xmlns:a16="http://schemas.microsoft.com/office/drawing/2014/main" id="{683998FB-7E58-4DE4-BA9C-E7296313F389}"/>
              </a:ext>
            </a:extLst>
          </p:cNvPr>
          <p:cNvSpPr>
            <a:spLocks noGrp="1"/>
          </p:cNvSpPr>
          <p:nvPr/>
        </p:nvSpPr>
        <p:spPr>
          <a:xfrm>
            <a:off x="514350" y="4953000"/>
            <a:ext cx="1238250" cy="876300"/>
          </a:xfrm>
          <a:prstGeom prst="roundRect">
            <a:avLst>
              <a:gd name="adj" fmla="val 8696"/>
            </a:avLst>
          </a:prstGeom>
          <a:solidFill>
            <a:srgbClr val="4FAF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06BC639E-6C89-4FCF-B23F-E9026A289DAC}"/>
              </a:ext>
            </a:extLst>
          </p:cNvPr>
          <p:cNvSpPr>
            <a:spLocks noGrp="1"/>
          </p:cNvSpPr>
          <p:nvPr/>
        </p:nvSpPr>
        <p:spPr>
          <a:xfrm>
            <a:off x="514350" y="4953000"/>
            <a:ext cx="1238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数据底座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DE8FE7BC-6A0B-4230-8285-1AE4EED4AD9D}"/>
              </a:ext>
            </a:extLst>
          </p:cNvPr>
          <p:cNvSpPr>
            <a:spLocks noGrp="1"/>
          </p:cNvSpPr>
          <p:nvPr/>
        </p:nvSpPr>
        <p:spPr>
          <a:xfrm>
            <a:off x="1866900" y="5124450"/>
            <a:ext cx="1112044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77D83DD-626D-490C-9EE7-2679BBD21287}"/>
              </a:ext>
            </a:extLst>
          </p:cNvPr>
          <p:cNvSpPr>
            <a:spLocks noGrp="1"/>
          </p:cNvSpPr>
          <p:nvPr/>
        </p:nvSpPr>
        <p:spPr>
          <a:xfrm>
            <a:off x="1914525" y="5124450"/>
            <a:ext cx="1016794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基础信息</a:t>
            </a:r>
          </a:p>
        </p:txBody>
      </p:sp>
      <p:sp>
        <p:nvSpPr>
          <p:cNvPr id="57" name="圆角矩形 56">
            <a:extLst>
              <a:ext uri="{FF2B5EF4-FFF2-40B4-BE49-F238E27FC236}">
                <a16:creationId xmlns:a16="http://schemas.microsoft.com/office/drawing/2014/main" id="{1E503204-0118-4CAC-9C31-33638EFB0C6B}"/>
              </a:ext>
            </a:extLst>
          </p:cNvPr>
          <p:cNvSpPr>
            <a:spLocks noGrp="1"/>
          </p:cNvSpPr>
          <p:nvPr/>
        </p:nvSpPr>
        <p:spPr>
          <a:xfrm>
            <a:off x="3093244" y="5124450"/>
            <a:ext cx="1112044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144A4617-0837-4DF2-B800-3C02C5B469B9}"/>
              </a:ext>
            </a:extLst>
          </p:cNvPr>
          <p:cNvSpPr>
            <a:spLocks noGrp="1"/>
          </p:cNvSpPr>
          <p:nvPr/>
        </p:nvSpPr>
        <p:spPr>
          <a:xfrm>
            <a:off x="3140869" y="5124450"/>
            <a:ext cx="1016794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住宿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59211A01-E42B-4EC9-83EA-88BDA74DCB4E}"/>
              </a:ext>
            </a:extLst>
          </p:cNvPr>
          <p:cNvSpPr>
            <a:spLocks noGrp="1"/>
          </p:cNvSpPr>
          <p:nvPr/>
        </p:nvSpPr>
        <p:spPr>
          <a:xfrm>
            <a:off x="4319588" y="5124450"/>
            <a:ext cx="1112044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F8B9811B-6956-4033-9C2D-60ECF5EB642F}"/>
              </a:ext>
            </a:extLst>
          </p:cNvPr>
          <p:cNvSpPr>
            <a:spLocks noGrp="1"/>
          </p:cNvSpPr>
          <p:nvPr/>
        </p:nvSpPr>
        <p:spPr>
          <a:xfrm>
            <a:off x="4367213" y="5124450"/>
            <a:ext cx="1016794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消费</a:t>
            </a:r>
          </a:p>
        </p:txBody>
      </p:sp>
      <p:sp>
        <p:nvSpPr>
          <p:cNvPr id="61" name="圆角矩形 60">
            <a:extLst>
              <a:ext uri="{FF2B5EF4-FFF2-40B4-BE49-F238E27FC236}">
                <a16:creationId xmlns:a16="http://schemas.microsoft.com/office/drawing/2014/main" id="{519BCF1D-643F-44A3-868E-F74C317311A3}"/>
              </a:ext>
            </a:extLst>
          </p:cNvPr>
          <p:cNvSpPr>
            <a:spLocks noGrp="1"/>
          </p:cNvSpPr>
          <p:nvPr/>
        </p:nvSpPr>
        <p:spPr>
          <a:xfrm>
            <a:off x="5545931" y="5124450"/>
            <a:ext cx="1112044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5235C158-D974-4DA9-AD23-66D5903AE1A8}"/>
              </a:ext>
            </a:extLst>
          </p:cNvPr>
          <p:cNvSpPr>
            <a:spLocks noGrp="1"/>
          </p:cNvSpPr>
          <p:nvPr/>
        </p:nvSpPr>
        <p:spPr>
          <a:xfrm>
            <a:off x="5593556" y="5124450"/>
            <a:ext cx="1016794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 dirty="0" err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校门</a:t>
            </a:r>
            <a:r>
              <a:rPr sz="900" b="1" dirty="0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/</a:t>
            </a:r>
            <a:r>
              <a:rPr sz="900" b="1" dirty="0" err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宿舍门禁</a:t>
            </a:r>
            <a:endParaRPr sz="900" b="1" dirty="0">
              <a:solidFill>
                <a:srgbClr val="17313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0D2B05A6-EAB1-446B-A0D2-3F9396B08569}"/>
              </a:ext>
            </a:extLst>
          </p:cNvPr>
          <p:cNvSpPr>
            <a:spLocks noGrp="1"/>
          </p:cNvSpPr>
          <p:nvPr/>
        </p:nvSpPr>
        <p:spPr>
          <a:xfrm>
            <a:off x="6772275" y="5124450"/>
            <a:ext cx="1112044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478EAD10-549E-4B4D-8D7C-AF9399191459}"/>
              </a:ext>
            </a:extLst>
          </p:cNvPr>
          <p:cNvSpPr>
            <a:spLocks noGrp="1"/>
          </p:cNvSpPr>
          <p:nvPr/>
        </p:nvSpPr>
        <p:spPr>
          <a:xfrm>
            <a:off x="6819900" y="5124450"/>
            <a:ext cx="1016794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学业</a:t>
            </a:r>
          </a:p>
        </p:txBody>
      </p:sp>
      <p:sp>
        <p:nvSpPr>
          <p:cNvPr id="65" name="圆角矩形 64">
            <a:extLst>
              <a:ext uri="{FF2B5EF4-FFF2-40B4-BE49-F238E27FC236}">
                <a16:creationId xmlns:a16="http://schemas.microsoft.com/office/drawing/2014/main" id="{512FD558-9821-4B55-B996-CE85B501401D}"/>
              </a:ext>
            </a:extLst>
          </p:cNvPr>
          <p:cNvSpPr>
            <a:spLocks noGrp="1"/>
          </p:cNvSpPr>
          <p:nvPr/>
        </p:nvSpPr>
        <p:spPr>
          <a:xfrm>
            <a:off x="7998619" y="5124450"/>
            <a:ext cx="1112044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59C1C57D-DEED-4E7C-82A8-7603A5956D49}"/>
              </a:ext>
            </a:extLst>
          </p:cNvPr>
          <p:cNvSpPr>
            <a:spLocks noGrp="1"/>
          </p:cNvSpPr>
          <p:nvPr/>
        </p:nvSpPr>
        <p:spPr>
          <a:xfrm>
            <a:off x="8046244" y="5124450"/>
            <a:ext cx="1016794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请销假</a:t>
            </a:r>
          </a:p>
        </p:txBody>
      </p:sp>
      <p:sp>
        <p:nvSpPr>
          <p:cNvPr id="67" name="圆角矩形 66">
            <a:extLst>
              <a:ext uri="{FF2B5EF4-FFF2-40B4-BE49-F238E27FC236}">
                <a16:creationId xmlns:a16="http://schemas.microsoft.com/office/drawing/2014/main" id="{77D3192E-E017-420A-BA28-884F56C15F13}"/>
              </a:ext>
            </a:extLst>
          </p:cNvPr>
          <p:cNvSpPr>
            <a:spLocks noGrp="1"/>
          </p:cNvSpPr>
          <p:nvPr/>
        </p:nvSpPr>
        <p:spPr>
          <a:xfrm>
            <a:off x="9224963" y="5124450"/>
            <a:ext cx="1112044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C3B77178-D764-4164-9CDE-1405DE672FD6}"/>
              </a:ext>
            </a:extLst>
          </p:cNvPr>
          <p:cNvSpPr>
            <a:spLocks noGrp="1"/>
          </p:cNvSpPr>
          <p:nvPr/>
        </p:nvSpPr>
        <p:spPr>
          <a:xfrm>
            <a:off x="9272588" y="5124450"/>
            <a:ext cx="1016794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关爱标签</a:t>
            </a: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96CCE16E-5E59-4958-924D-0B624111F5FB}"/>
              </a:ext>
            </a:extLst>
          </p:cNvPr>
          <p:cNvSpPr>
            <a:spLocks noGrp="1"/>
          </p:cNvSpPr>
          <p:nvPr/>
        </p:nvSpPr>
        <p:spPr>
          <a:xfrm>
            <a:off x="10451306" y="5124450"/>
            <a:ext cx="1112044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1FFD7B77-FBE0-4E01-AA18-CAA60C03F501}"/>
              </a:ext>
            </a:extLst>
          </p:cNvPr>
          <p:cNvSpPr>
            <a:spLocks noGrp="1"/>
          </p:cNvSpPr>
          <p:nvPr/>
        </p:nvSpPr>
        <p:spPr>
          <a:xfrm>
            <a:off x="10498931" y="5124450"/>
            <a:ext cx="1016794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夜间上网汇总</a:t>
            </a:r>
          </a:p>
        </p:txBody>
      </p:sp>
      <p:sp>
        <p:nvSpPr>
          <p:cNvPr id="71" name="圆角矩形 70">
            <a:extLst>
              <a:ext uri="{FF2B5EF4-FFF2-40B4-BE49-F238E27FC236}">
                <a16:creationId xmlns:a16="http://schemas.microsoft.com/office/drawing/2014/main" id="{038C8933-9F61-467F-8CE8-34915F3F796A}"/>
              </a:ext>
            </a:extLst>
          </p:cNvPr>
          <p:cNvSpPr>
            <a:spLocks noGrp="1"/>
          </p:cNvSpPr>
          <p:nvPr/>
        </p:nvSpPr>
        <p:spPr>
          <a:xfrm>
            <a:off x="9544594" y="1257300"/>
            <a:ext cx="2133056" cy="333375"/>
          </a:xfrm>
          <a:prstGeom prst="roundRect">
            <a:avLst>
              <a:gd name="adj" fmla="val 22857"/>
            </a:avLst>
          </a:prstGeom>
          <a:solidFill>
            <a:srgbClr val="FFF4E7"/>
          </a:solidFill>
          <a:ln w="9525">
            <a:solidFill>
              <a:srgbClr val="E7C28D"/>
            </a:solidFill>
            <a:prstDash val="solid"/>
          </a:ln>
        </p:spPr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4498AC99-9E9B-4D5D-8BBF-D32191C379FD}"/>
              </a:ext>
            </a:extLst>
          </p:cNvPr>
          <p:cNvSpPr>
            <a:spLocks noGrp="1"/>
          </p:cNvSpPr>
          <p:nvPr/>
        </p:nvSpPr>
        <p:spPr>
          <a:xfrm>
            <a:off x="9648020" y="1285875"/>
            <a:ext cx="195343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25" b="1">
                <a:solidFill>
                  <a:srgbClr val="D97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 dirty="0" err="1">
                <a:solidFill>
                  <a:srgbClr val="D978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横向治理：权限</a:t>
            </a:r>
            <a:r>
              <a:rPr sz="825" b="1" dirty="0">
                <a:solidFill>
                  <a:srgbClr val="D978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 · </a:t>
            </a:r>
            <a:r>
              <a:rPr sz="825" b="1" dirty="0" err="1">
                <a:solidFill>
                  <a:srgbClr val="D978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脱敏</a:t>
            </a:r>
            <a:r>
              <a:rPr sz="825" b="1" dirty="0">
                <a:solidFill>
                  <a:srgbClr val="D978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 · </a:t>
            </a:r>
            <a:r>
              <a:rPr sz="825" b="1" dirty="0" err="1">
                <a:solidFill>
                  <a:srgbClr val="D978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审计</a:t>
            </a:r>
            <a:r>
              <a:rPr sz="825" b="1" dirty="0">
                <a:solidFill>
                  <a:srgbClr val="D978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 · </a:t>
            </a:r>
            <a:r>
              <a:rPr sz="825" b="1" dirty="0" err="1">
                <a:solidFill>
                  <a:srgbClr val="D978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熔断</a:t>
            </a:r>
            <a:endParaRPr sz="825" b="1" dirty="0">
              <a:solidFill>
                <a:srgbClr val="D9783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738688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9-marker">
            <a:extLst>
              <a:ext uri="{FF2B5EF4-FFF2-40B4-BE49-F238E27FC236}">
                <a16:creationId xmlns:a16="http://schemas.microsoft.com/office/drawing/2014/main" id="{550468DC-D7EC-443D-9385-450F6B3EEC9C}"/>
              </a:ext>
            </a:extLst>
          </p:cNvPr>
          <p:cNvSpPr>
            <a:spLocks noGrp="1"/>
          </p:cNvSpPr>
          <p:nvPr/>
        </p:nvSpPr>
        <p:spPr>
          <a:xfrm>
            <a:off x="514350" y="419100"/>
            <a:ext cx="76200" cy="76200"/>
          </a:xfrm>
          <a:prstGeom prst="ellipse">
            <a:avLst/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>
              <a:ext uri="{FF2B5EF4-FFF2-40B4-BE49-F238E27FC236}">
                <a16:creationId xmlns:a16="http://schemas.microsoft.com/office/drawing/2014/main" id="{4201D6D9-46AB-448F-80DE-B5D453C77E2A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1597A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597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数据协同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58D6658-09D4-4005-B385-2695810322E2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477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625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altLang="en-US" sz="2625" b="1" dirty="0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集成</a:t>
            </a:r>
            <a:r>
              <a:rPr sz="2625" b="1" dirty="0" err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数据，按“必要性、敏感度、成熟度”分级接入</a:t>
            </a:r>
            <a:endParaRPr sz="2625" b="1" dirty="0">
              <a:solidFill>
                <a:srgbClr val="0B263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E364451-3EBA-4360-8948-914A2B3C4533}"/>
              </a:ext>
            </a:extLst>
          </p:cNvPr>
          <p:cNvSpPr>
            <a:spLocks noGrp="1"/>
          </p:cNvSpPr>
          <p:nvPr/>
        </p:nvSpPr>
        <p:spPr>
          <a:xfrm>
            <a:off x="533400" y="1304925"/>
            <a:ext cx="10668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 dirty="0" err="1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数据协同的重点不是一次性拿全，而是明确责任部门、关联主键、更新频率、质量</a:t>
            </a:r>
            <a:r>
              <a:rPr lang="zh-CN" altLang="en-US" sz="1275" b="0" dirty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检查</a:t>
            </a:r>
            <a:r>
              <a:rPr sz="1275" b="0" dirty="0" err="1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与授权边界</a:t>
            </a:r>
            <a:r>
              <a:rPr sz="1275" b="0" dirty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23BFC93-87A6-4974-91F4-A00BACAC830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78909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78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学林知微 ScholarSense · 学生成长洞察与关爱协同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90147AA-8B5F-42E1-B4B6-EF7F473BE09A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1">
                <a:solidFill>
                  <a:srgbClr val="78909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78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09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1EE0BCB3-ABD8-4212-9A68-F34C8B122270}"/>
              </a:ext>
            </a:extLst>
          </p:cNvPr>
          <p:cNvSpPr>
            <a:spLocks noGrp="1"/>
          </p:cNvSpPr>
          <p:nvPr/>
        </p:nvSpPr>
        <p:spPr>
          <a:xfrm>
            <a:off x="514350" y="1962150"/>
            <a:ext cx="3333750" cy="3562350"/>
          </a:xfrm>
          <a:prstGeom prst="roundRect">
            <a:avLst>
              <a:gd name="adj" fmla="val 2286"/>
            </a:avLst>
          </a:prstGeom>
          <a:solidFill>
            <a:srgbClr val="F7FAFB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C19117CE-1974-4F1A-8969-06F3069F6C9E}"/>
              </a:ext>
            </a:extLst>
          </p:cNvPr>
          <p:cNvSpPr>
            <a:spLocks noGrp="1"/>
          </p:cNvSpPr>
          <p:nvPr/>
        </p:nvSpPr>
        <p:spPr>
          <a:xfrm>
            <a:off x="514350" y="1962150"/>
            <a:ext cx="3333750" cy="533400"/>
          </a:xfrm>
          <a:prstGeom prst="roundRect">
            <a:avLst>
              <a:gd name="adj" fmla="val 14286"/>
            </a:avLst>
          </a:prstGeom>
          <a:solidFill>
            <a:srgbClr val="124E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162876A-3835-499F-B9F0-FA9AAE9CC361}"/>
              </a:ext>
            </a:extLst>
          </p:cNvPr>
          <p:cNvSpPr>
            <a:spLocks noGrp="1"/>
          </p:cNvSpPr>
          <p:nvPr/>
        </p:nvSpPr>
        <p:spPr>
          <a:xfrm>
            <a:off x="685800" y="2085975"/>
            <a:ext cx="2990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P0｜最小闭环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128C608-869F-4D81-A265-A538038A5536}"/>
              </a:ext>
            </a:extLst>
          </p:cNvPr>
          <p:cNvSpPr>
            <a:spLocks noGrp="1"/>
          </p:cNvSpPr>
          <p:nvPr/>
        </p:nvSpPr>
        <p:spPr>
          <a:xfrm>
            <a:off x="704850" y="2647950"/>
            <a:ext cx="2952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124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 dirty="0" err="1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学工</a:t>
            </a:r>
            <a:r>
              <a:rPr sz="900" b="1" dirty="0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 · </a:t>
            </a:r>
            <a:r>
              <a:rPr sz="900" b="1" dirty="0" err="1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教务</a:t>
            </a:r>
            <a:r>
              <a:rPr sz="900" b="1" dirty="0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 · </a:t>
            </a:r>
            <a:r>
              <a:rPr sz="900" b="1" dirty="0" err="1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后勤</a:t>
            </a:r>
            <a:r>
              <a:rPr sz="900" b="1" dirty="0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 · </a:t>
            </a:r>
            <a:r>
              <a:rPr sz="900" b="1" dirty="0" err="1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保卫</a:t>
            </a:r>
            <a:r>
              <a:rPr sz="900" b="1" dirty="0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 · </a:t>
            </a:r>
            <a:r>
              <a:rPr lang="zh-CN" altLang="en-US" sz="900" b="1" dirty="0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信息中心</a:t>
            </a:r>
            <a:endParaRPr sz="900" b="1" dirty="0">
              <a:solidFill>
                <a:srgbClr val="124E7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A1EA2B8-29F7-4B2B-8020-59FDCCF9FDD0}"/>
              </a:ext>
            </a:extLst>
          </p:cNvPr>
          <p:cNvSpPr>
            <a:spLocks noGrp="1"/>
          </p:cNvSpPr>
          <p:nvPr/>
        </p:nvSpPr>
        <p:spPr>
          <a:xfrm>
            <a:off x="723900" y="3057525"/>
            <a:ext cx="95250" cy="95250"/>
          </a:xfrm>
          <a:prstGeom prst="ellipse">
            <a:avLst/>
          </a:prstGeom>
          <a:solidFill>
            <a:srgbClr val="124E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C2100C9-3F85-49D5-A6BF-F9D057F0CF44}"/>
              </a:ext>
            </a:extLst>
          </p:cNvPr>
          <p:cNvSpPr>
            <a:spLocks noGrp="1"/>
          </p:cNvSpPr>
          <p:nvPr/>
        </p:nvSpPr>
        <p:spPr>
          <a:xfrm>
            <a:off x="933450" y="3009900"/>
            <a:ext cx="2724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学生基础与辅导员关系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7898527F-FAEC-4917-AC02-819024AE208F}"/>
              </a:ext>
            </a:extLst>
          </p:cNvPr>
          <p:cNvSpPr>
            <a:spLocks noGrp="1"/>
          </p:cNvSpPr>
          <p:nvPr/>
        </p:nvSpPr>
        <p:spPr>
          <a:xfrm>
            <a:off x="723900" y="3467100"/>
            <a:ext cx="95250" cy="95250"/>
          </a:xfrm>
          <a:prstGeom prst="ellipse">
            <a:avLst/>
          </a:prstGeom>
          <a:solidFill>
            <a:srgbClr val="124E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C3F6C9-C30D-46F7-8177-9D113C224322}"/>
              </a:ext>
            </a:extLst>
          </p:cNvPr>
          <p:cNvSpPr>
            <a:spLocks noGrp="1"/>
          </p:cNvSpPr>
          <p:nvPr/>
        </p:nvSpPr>
        <p:spPr>
          <a:xfrm>
            <a:off x="933450" y="3419475"/>
            <a:ext cx="2724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住宿信息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21D36CCC-3360-4A54-A53E-3F3B1403D519}"/>
              </a:ext>
            </a:extLst>
          </p:cNvPr>
          <p:cNvSpPr>
            <a:spLocks noGrp="1"/>
          </p:cNvSpPr>
          <p:nvPr/>
        </p:nvSpPr>
        <p:spPr>
          <a:xfrm>
            <a:off x="723900" y="3876675"/>
            <a:ext cx="95250" cy="95250"/>
          </a:xfrm>
          <a:prstGeom prst="ellipse">
            <a:avLst/>
          </a:prstGeom>
          <a:solidFill>
            <a:srgbClr val="124E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21D59E0-A42D-40FB-82D9-05903A6B326A}"/>
              </a:ext>
            </a:extLst>
          </p:cNvPr>
          <p:cNvSpPr>
            <a:spLocks noGrp="1"/>
          </p:cNvSpPr>
          <p:nvPr/>
        </p:nvSpPr>
        <p:spPr>
          <a:xfrm>
            <a:off x="933450" y="3829050"/>
            <a:ext cx="2724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一卡通消费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0B4FDCAC-F0D3-4848-A17E-788A5DEA90E9}"/>
              </a:ext>
            </a:extLst>
          </p:cNvPr>
          <p:cNvSpPr>
            <a:spLocks noGrp="1"/>
          </p:cNvSpPr>
          <p:nvPr/>
        </p:nvSpPr>
        <p:spPr>
          <a:xfrm>
            <a:off x="723900" y="4286250"/>
            <a:ext cx="95250" cy="95250"/>
          </a:xfrm>
          <a:prstGeom prst="ellipse">
            <a:avLst/>
          </a:prstGeom>
          <a:solidFill>
            <a:srgbClr val="124E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9F2D9E8-195E-4448-82CD-CE304B962ECA}"/>
              </a:ext>
            </a:extLst>
          </p:cNvPr>
          <p:cNvSpPr>
            <a:spLocks noGrp="1"/>
          </p:cNvSpPr>
          <p:nvPr/>
        </p:nvSpPr>
        <p:spPr>
          <a:xfrm>
            <a:off x="933450" y="4238625"/>
            <a:ext cx="2724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dirty="0" err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校门门禁</a:t>
            </a:r>
            <a:endParaRPr sz="1050" b="0" dirty="0">
              <a:solidFill>
                <a:srgbClr val="17313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BEA633C-D999-4CD3-8EB4-16BBB169EE8E}"/>
              </a:ext>
            </a:extLst>
          </p:cNvPr>
          <p:cNvSpPr>
            <a:spLocks noGrp="1"/>
          </p:cNvSpPr>
          <p:nvPr/>
        </p:nvSpPr>
        <p:spPr>
          <a:xfrm>
            <a:off x="723900" y="4695825"/>
            <a:ext cx="95250" cy="95250"/>
          </a:xfrm>
          <a:prstGeom prst="ellipse">
            <a:avLst/>
          </a:prstGeom>
          <a:solidFill>
            <a:srgbClr val="124E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DEBE13A-C43D-4289-9840-D3B14B2DFC5A}"/>
              </a:ext>
            </a:extLst>
          </p:cNvPr>
          <p:cNvSpPr>
            <a:spLocks noGrp="1"/>
          </p:cNvSpPr>
          <p:nvPr/>
        </p:nvSpPr>
        <p:spPr>
          <a:xfrm>
            <a:off x="933450" y="4648200"/>
            <a:ext cx="2724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dirty="0" err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宿舍门禁</a:t>
            </a:r>
            <a:endParaRPr sz="1050" b="0" dirty="0">
              <a:solidFill>
                <a:srgbClr val="17313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629590B7-349F-4C40-B0D9-77177DD4864A}"/>
              </a:ext>
            </a:extLst>
          </p:cNvPr>
          <p:cNvSpPr>
            <a:spLocks noGrp="1"/>
          </p:cNvSpPr>
          <p:nvPr/>
        </p:nvSpPr>
        <p:spPr>
          <a:xfrm>
            <a:off x="723900" y="5105400"/>
            <a:ext cx="95250" cy="95250"/>
          </a:xfrm>
          <a:prstGeom prst="ellipse">
            <a:avLst/>
          </a:prstGeom>
          <a:solidFill>
            <a:srgbClr val="124E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25BD802-ACB3-427B-82DD-7C0CCCDE673A}"/>
              </a:ext>
            </a:extLst>
          </p:cNvPr>
          <p:cNvSpPr>
            <a:spLocks noGrp="1"/>
          </p:cNvSpPr>
          <p:nvPr/>
        </p:nvSpPr>
        <p:spPr>
          <a:xfrm>
            <a:off x="933450" y="5057775"/>
            <a:ext cx="2724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请销假与离返校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DF3D4BE7-D98E-4CB0-96FD-DCB0B3D8C0B6}"/>
              </a:ext>
            </a:extLst>
          </p:cNvPr>
          <p:cNvSpPr>
            <a:spLocks noGrp="1"/>
          </p:cNvSpPr>
          <p:nvPr/>
        </p:nvSpPr>
        <p:spPr>
          <a:xfrm>
            <a:off x="4076700" y="1962150"/>
            <a:ext cx="3333750" cy="3562350"/>
          </a:xfrm>
          <a:prstGeom prst="roundRect">
            <a:avLst>
              <a:gd name="adj" fmla="val 2286"/>
            </a:avLst>
          </a:prstGeom>
          <a:solidFill>
            <a:srgbClr val="F7FAFB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9B044174-17B3-44F4-98ED-D1951153CB02}"/>
              </a:ext>
            </a:extLst>
          </p:cNvPr>
          <p:cNvSpPr>
            <a:spLocks noGrp="1"/>
          </p:cNvSpPr>
          <p:nvPr/>
        </p:nvSpPr>
        <p:spPr>
          <a:xfrm>
            <a:off x="4076700" y="1962150"/>
            <a:ext cx="3333750" cy="533400"/>
          </a:xfrm>
          <a:prstGeom prst="roundRect">
            <a:avLst>
              <a:gd name="adj" fmla="val 14286"/>
            </a:avLst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5E84A94-C7E0-4944-B834-342859435C8F}"/>
              </a:ext>
            </a:extLst>
          </p:cNvPr>
          <p:cNvSpPr>
            <a:spLocks noGrp="1"/>
          </p:cNvSpPr>
          <p:nvPr/>
        </p:nvSpPr>
        <p:spPr>
          <a:xfrm>
            <a:off x="4248150" y="2085975"/>
            <a:ext cx="2990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P1｜增强研判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50EC881-8F18-4E50-B2AD-FE99A120BEA1}"/>
              </a:ext>
            </a:extLst>
          </p:cNvPr>
          <p:cNvSpPr>
            <a:spLocks noGrp="1"/>
          </p:cNvSpPr>
          <p:nvPr/>
        </p:nvSpPr>
        <p:spPr>
          <a:xfrm>
            <a:off x="4267200" y="2647950"/>
            <a:ext cx="2952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1597A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597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教务 · 心理 · 资助 · 学工</a:t>
            </a: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885BF0EC-7ED9-4596-93CF-E463B23C511C}"/>
              </a:ext>
            </a:extLst>
          </p:cNvPr>
          <p:cNvSpPr>
            <a:spLocks noGrp="1"/>
          </p:cNvSpPr>
          <p:nvPr/>
        </p:nvSpPr>
        <p:spPr>
          <a:xfrm>
            <a:off x="4286250" y="3057525"/>
            <a:ext cx="95250" cy="95250"/>
          </a:xfrm>
          <a:prstGeom prst="ellipse">
            <a:avLst/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6CCDAFE-4723-4EB0-A667-5186ABAD098A}"/>
              </a:ext>
            </a:extLst>
          </p:cNvPr>
          <p:cNvSpPr>
            <a:spLocks noGrp="1"/>
          </p:cNvSpPr>
          <p:nvPr/>
        </p:nvSpPr>
        <p:spPr>
          <a:xfrm>
            <a:off x="4495800" y="3009900"/>
            <a:ext cx="2724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学业关怀/挂科/延毕</a:t>
            </a: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3E4FA679-0A0B-46BF-9F3F-C7DA8AA4A46E}"/>
              </a:ext>
            </a:extLst>
          </p:cNvPr>
          <p:cNvSpPr>
            <a:spLocks noGrp="1"/>
          </p:cNvSpPr>
          <p:nvPr/>
        </p:nvSpPr>
        <p:spPr>
          <a:xfrm>
            <a:off x="4286250" y="3467100"/>
            <a:ext cx="95250" cy="95250"/>
          </a:xfrm>
          <a:prstGeom prst="ellipse">
            <a:avLst/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ED5710C-DAE5-4010-984F-8A0EF45F887E}"/>
              </a:ext>
            </a:extLst>
          </p:cNvPr>
          <p:cNvSpPr>
            <a:spLocks noGrp="1"/>
          </p:cNvSpPr>
          <p:nvPr/>
        </p:nvSpPr>
        <p:spPr>
          <a:xfrm>
            <a:off x="4495800" y="3419475"/>
            <a:ext cx="2724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重点关爱名单</a:t>
            </a: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DC692C78-E7B7-455C-8407-6A3AA7699302}"/>
              </a:ext>
            </a:extLst>
          </p:cNvPr>
          <p:cNvSpPr>
            <a:spLocks noGrp="1"/>
          </p:cNvSpPr>
          <p:nvPr/>
        </p:nvSpPr>
        <p:spPr>
          <a:xfrm>
            <a:off x="4286250" y="3876675"/>
            <a:ext cx="95250" cy="95250"/>
          </a:xfrm>
          <a:prstGeom prst="ellipse">
            <a:avLst/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EE9BADC-3856-4F86-8A52-14CC1500820C}"/>
              </a:ext>
            </a:extLst>
          </p:cNvPr>
          <p:cNvSpPr>
            <a:spLocks noGrp="1"/>
          </p:cNvSpPr>
          <p:nvPr/>
        </p:nvSpPr>
        <p:spPr>
          <a:xfrm>
            <a:off x="4495800" y="3829050"/>
            <a:ext cx="2724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心理关注脱敏标签</a:t>
            </a: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39FE7024-3E9E-4738-B66C-C8F811561190}"/>
              </a:ext>
            </a:extLst>
          </p:cNvPr>
          <p:cNvSpPr>
            <a:spLocks noGrp="1"/>
          </p:cNvSpPr>
          <p:nvPr/>
        </p:nvSpPr>
        <p:spPr>
          <a:xfrm>
            <a:off x="4286250" y="4286250"/>
            <a:ext cx="95250" cy="95250"/>
          </a:xfrm>
          <a:prstGeom prst="ellipse">
            <a:avLst/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3FEF733-76C2-4D7B-896B-B794144335E2}"/>
              </a:ext>
            </a:extLst>
          </p:cNvPr>
          <p:cNvSpPr>
            <a:spLocks noGrp="1"/>
          </p:cNvSpPr>
          <p:nvPr/>
        </p:nvSpPr>
        <p:spPr>
          <a:xfrm>
            <a:off x="4495800" y="4238625"/>
            <a:ext cx="2724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altLang="en-US" sz="1050" b="0" dirty="0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经济</a:t>
            </a:r>
            <a:r>
              <a:rPr sz="1050" b="0" dirty="0" err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困难学生</a:t>
            </a:r>
            <a:endParaRPr sz="1050" b="0" dirty="0">
              <a:solidFill>
                <a:srgbClr val="17313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C3F83423-018C-4C22-A3D5-C44F6F4A8C31}"/>
              </a:ext>
            </a:extLst>
          </p:cNvPr>
          <p:cNvSpPr>
            <a:spLocks noGrp="1"/>
          </p:cNvSpPr>
          <p:nvPr/>
        </p:nvSpPr>
        <p:spPr>
          <a:xfrm>
            <a:off x="4286250" y="4695825"/>
            <a:ext cx="95250" cy="95250"/>
          </a:xfrm>
          <a:prstGeom prst="ellipse">
            <a:avLst/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1F5C5F6-B1DC-4118-9A64-7F685CCB0313}"/>
              </a:ext>
            </a:extLst>
          </p:cNvPr>
          <p:cNvSpPr>
            <a:spLocks noGrp="1"/>
          </p:cNvSpPr>
          <p:nvPr/>
        </p:nvSpPr>
        <p:spPr>
          <a:xfrm>
            <a:off x="4495800" y="4648200"/>
            <a:ext cx="2724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辅导员进宿舍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0A0E02D2-5A86-4FAC-AD67-C6608C239F7F}"/>
              </a:ext>
            </a:extLst>
          </p:cNvPr>
          <p:cNvSpPr>
            <a:spLocks noGrp="1"/>
          </p:cNvSpPr>
          <p:nvPr/>
        </p:nvSpPr>
        <p:spPr>
          <a:xfrm>
            <a:off x="7639050" y="1962150"/>
            <a:ext cx="4038600" cy="3562350"/>
          </a:xfrm>
          <a:prstGeom prst="roundRect">
            <a:avLst>
              <a:gd name="adj" fmla="val 2139"/>
            </a:avLst>
          </a:prstGeom>
          <a:solidFill>
            <a:srgbClr val="F7FAFB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EDEC8A7E-6A38-4162-B34F-2486985FC808}"/>
              </a:ext>
            </a:extLst>
          </p:cNvPr>
          <p:cNvSpPr>
            <a:spLocks noGrp="1"/>
          </p:cNvSpPr>
          <p:nvPr/>
        </p:nvSpPr>
        <p:spPr>
          <a:xfrm>
            <a:off x="7639050" y="1962150"/>
            <a:ext cx="4038600" cy="533400"/>
          </a:xfrm>
          <a:prstGeom prst="roundRect">
            <a:avLst>
              <a:gd name="adj" fmla="val 14286"/>
            </a:avLst>
          </a:prstGeom>
          <a:solidFill>
            <a:srgbClr val="4FAF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D6D08BF-E3E7-4363-90F9-9C3053A3B164}"/>
              </a:ext>
            </a:extLst>
          </p:cNvPr>
          <p:cNvSpPr>
            <a:spLocks noGrp="1"/>
          </p:cNvSpPr>
          <p:nvPr/>
        </p:nvSpPr>
        <p:spPr>
          <a:xfrm>
            <a:off x="7810500" y="2085975"/>
            <a:ext cx="3695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重点专项｜夜间上网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A4DF85A-0D3E-4496-ADD6-27ACF7862A26}"/>
              </a:ext>
            </a:extLst>
          </p:cNvPr>
          <p:cNvSpPr>
            <a:spLocks noGrp="1"/>
          </p:cNvSpPr>
          <p:nvPr/>
        </p:nvSpPr>
        <p:spPr>
          <a:xfrm>
            <a:off x="7829550" y="2647950"/>
            <a:ext cx="3657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4FAF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altLang="en-US" sz="900" b="1" dirty="0">
                <a:solidFill>
                  <a:srgbClr val="4FAF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信息中心</a:t>
            </a:r>
            <a:r>
              <a:rPr sz="900" b="1" dirty="0">
                <a:solidFill>
                  <a:srgbClr val="4FAF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 · </a:t>
            </a:r>
            <a:r>
              <a:rPr sz="900" b="1" dirty="0" err="1">
                <a:solidFill>
                  <a:srgbClr val="4FAF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学工处授权协同</a:t>
            </a:r>
            <a:endParaRPr sz="900" b="1" dirty="0">
              <a:solidFill>
                <a:srgbClr val="4FAF8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BF7C2BEF-AD8D-4386-B46F-3528B1A3BDD0}"/>
              </a:ext>
            </a:extLst>
          </p:cNvPr>
          <p:cNvSpPr>
            <a:spLocks noGrp="1"/>
          </p:cNvSpPr>
          <p:nvPr/>
        </p:nvSpPr>
        <p:spPr>
          <a:xfrm>
            <a:off x="7848600" y="3057525"/>
            <a:ext cx="95250" cy="95250"/>
          </a:xfrm>
          <a:prstGeom prst="ellipse">
            <a:avLst/>
          </a:prstGeom>
          <a:solidFill>
            <a:srgbClr val="4FAF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1CC4890-BC80-427C-BBF1-265EADE986BA}"/>
              </a:ext>
            </a:extLst>
          </p:cNvPr>
          <p:cNvSpPr>
            <a:spLocks noGrp="1"/>
          </p:cNvSpPr>
          <p:nvPr/>
        </p:nvSpPr>
        <p:spPr>
          <a:xfrm>
            <a:off x="8058150" y="300990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认证账号/学号映射</a:t>
            </a: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6D28D948-DB7E-47B7-B644-888E8CCC6067}"/>
              </a:ext>
            </a:extLst>
          </p:cNvPr>
          <p:cNvSpPr>
            <a:spLocks noGrp="1"/>
          </p:cNvSpPr>
          <p:nvPr/>
        </p:nvSpPr>
        <p:spPr>
          <a:xfrm>
            <a:off x="7848600" y="3467100"/>
            <a:ext cx="95250" cy="95250"/>
          </a:xfrm>
          <a:prstGeom prst="ellipse">
            <a:avLst/>
          </a:prstGeom>
          <a:solidFill>
            <a:srgbClr val="4FAF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0025E6C-90BE-4892-8D11-BAE684905C75}"/>
              </a:ext>
            </a:extLst>
          </p:cNvPr>
          <p:cNvSpPr>
            <a:spLocks noGrp="1"/>
          </p:cNvSpPr>
          <p:nvPr/>
        </p:nvSpPr>
        <p:spPr>
          <a:xfrm>
            <a:off x="8058150" y="3419475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上线与下线时间</a:t>
            </a: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00885F6E-FF2A-4F76-9946-5DB0D64E97FF}"/>
              </a:ext>
            </a:extLst>
          </p:cNvPr>
          <p:cNvSpPr>
            <a:spLocks noGrp="1"/>
          </p:cNvSpPr>
          <p:nvPr/>
        </p:nvSpPr>
        <p:spPr>
          <a:xfrm>
            <a:off x="7848600" y="3876675"/>
            <a:ext cx="95250" cy="95250"/>
          </a:xfrm>
          <a:prstGeom prst="ellipse">
            <a:avLst/>
          </a:prstGeom>
          <a:solidFill>
            <a:srgbClr val="4FAF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7949D97-1FB4-4316-A45F-49EDBA440160}"/>
              </a:ext>
            </a:extLst>
          </p:cNvPr>
          <p:cNvSpPr>
            <a:spLocks noGrp="1"/>
          </p:cNvSpPr>
          <p:nvPr/>
        </p:nvSpPr>
        <p:spPr>
          <a:xfrm>
            <a:off x="8058150" y="382905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夜间在线时长/会话数</a:t>
            </a: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7FA28D66-AF10-4C69-A070-4A52497121EE}"/>
              </a:ext>
            </a:extLst>
          </p:cNvPr>
          <p:cNvSpPr>
            <a:spLocks noGrp="1"/>
          </p:cNvSpPr>
          <p:nvPr/>
        </p:nvSpPr>
        <p:spPr>
          <a:xfrm>
            <a:off x="7848600" y="4286250"/>
            <a:ext cx="95250" cy="95250"/>
          </a:xfrm>
          <a:prstGeom prst="ellipse">
            <a:avLst/>
          </a:prstGeom>
          <a:solidFill>
            <a:srgbClr val="4FAF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BFB344FD-56ED-4772-82F9-53E5CE7313FC}"/>
              </a:ext>
            </a:extLst>
          </p:cNvPr>
          <p:cNvSpPr>
            <a:spLocks noGrp="1"/>
          </p:cNvSpPr>
          <p:nvPr/>
        </p:nvSpPr>
        <p:spPr>
          <a:xfrm>
            <a:off x="8058150" y="4238625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流量、接入区域、终端数</a:t>
            </a:r>
          </a:p>
        </p:txBody>
      </p:sp>
      <p:sp>
        <p:nvSpPr>
          <p:cNvPr id="50" name="圆角矩形 49">
            <a:extLst>
              <a:ext uri="{FF2B5EF4-FFF2-40B4-BE49-F238E27FC236}">
                <a16:creationId xmlns:a16="http://schemas.microsoft.com/office/drawing/2014/main" id="{49CCB9E3-D198-4DDB-8443-DC152A29EBC6}"/>
              </a:ext>
            </a:extLst>
          </p:cNvPr>
          <p:cNvSpPr>
            <a:spLocks noGrp="1"/>
          </p:cNvSpPr>
          <p:nvPr/>
        </p:nvSpPr>
        <p:spPr>
          <a:xfrm>
            <a:off x="7848600" y="4933950"/>
            <a:ext cx="3600450" cy="419100"/>
          </a:xfrm>
          <a:prstGeom prst="roundRect">
            <a:avLst>
              <a:gd name="adj" fmla="val 18182"/>
            </a:avLst>
          </a:prstGeom>
          <a:solidFill>
            <a:srgbClr val="0B26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07" name="图形 5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020050" y="5038725"/>
            <a:ext cx="190500" cy="190500"/>
          </a:xfrm>
          <a:prstGeom prst="rect">
            <a:avLst/>
          </a:prstGeom>
        </p:spPr>
      </p:pic>
      <p:sp>
        <p:nvSpPr>
          <p:cNvPr id="52" name="矩形 51">
            <a:extLst>
              <a:ext uri="{FF2B5EF4-FFF2-40B4-BE49-F238E27FC236}">
                <a16:creationId xmlns:a16="http://schemas.microsoft.com/office/drawing/2014/main" id="{9F1E5B0F-22E8-4671-9632-D76561667C9E}"/>
              </a:ext>
            </a:extLst>
          </p:cNvPr>
          <p:cNvSpPr>
            <a:spLocks noGrp="1"/>
          </p:cNvSpPr>
          <p:nvPr/>
        </p:nvSpPr>
        <p:spPr>
          <a:xfrm>
            <a:off x="8305800" y="5010150"/>
            <a:ext cx="2971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只判断作息是否变化，不展示网址、应用、搜索或通信内容</a:t>
            </a:r>
          </a:p>
        </p:txBody>
      </p:sp>
      <p:sp>
        <p:nvSpPr>
          <p:cNvPr id="53" name="圆角矩形 52">
            <a:extLst>
              <a:ext uri="{FF2B5EF4-FFF2-40B4-BE49-F238E27FC236}">
                <a16:creationId xmlns:a16="http://schemas.microsoft.com/office/drawing/2014/main" id="{9B6C63C4-1352-4CDA-9A11-4AFACC80C3CD}"/>
              </a:ext>
            </a:extLst>
          </p:cNvPr>
          <p:cNvSpPr>
            <a:spLocks noGrp="1"/>
          </p:cNvSpPr>
          <p:nvPr/>
        </p:nvSpPr>
        <p:spPr>
          <a:xfrm>
            <a:off x="3314700" y="5829300"/>
            <a:ext cx="5562600" cy="266700"/>
          </a:xfrm>
          <a:prstGeom prst="roundRect">
            <a:avLst>
              <a:gd name="adj" fmla="val 28571"/>
            </a:avLst>
          </a:prstGeom>
          <a:solidFill>
            <a:srgbClr val="EAF4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B2F8AFA-BA44-4B5F-B60C-AE5E8D01348F}"/>
              </a:ext>
            </a:extLst>
          </p:cNvPr>
          <p:cNvSpPr>
            <a:spLocks noGrp="1"/>
          </p:cNvSpPr>
          <p:nvPr/>
        </p:nvSpPr>
        <p:spPr>
          <a:xfrm>
            <a:off x="3314700" y="5838825"/>
            <a:ext cx="55626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125" b="1">
                <a:solidFill>
                  <a:srgbClr val="124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共同底线：一数一源 · 最小必要 · 质量不达标则熔断</a:t>
            </a:r>
          </a:p>
        </p:txBody>
      </p:sp>
    </p:spTree>
    <p:extLst>
      <p:ext uri="{BB962C8B-B14F-4D97-AF65-F5344CB8AC3E}">
        <p14:creationId xmlns:p14="http://schemas.microsoft.com/office/powerpoint/2010/main" val="197736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BEA84324-8140-470D-9F82-84ADBA5FEC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>
              <a:ext uri="{FF2B5EF4-FFF2-40B4-BE49-F238E27FC236}">
                <a16:creationId xmlns:a16="http://schemas.microsoft.com/office/drawing/2014/main" id="{D09A2EF3-A210-44DB-92FF-35B8367F8249}"/>
              </a:ext>
            </a:extLst>
          </p:cNvPr>
          <p:cNvSpPr>
            <a:spLocks noGrp="1"/>
          </p:cNvSpPr>
          <p:nvPr/>
        </p:nvSpPr>
        <p:spPr>
          <a:xfrm>
            <a:off x="514350" y="419100"/>
            <a:ext cx="76200" cy="76200"/>
          </a:xfrm>
          <a:prstGeom prst="ellipse">
            <a:avLst/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>
              <a:ext uri="{FF2B5EF4-FFF2-40B4-BE49-F238E27FC236}">
                <a16:creationId xmlns:a16="http://schemas.microsoft.com/office/drawing/2014/main" id="{EABE50DE-370A-47FD-AAAD-B3BD03ECC193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1597A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597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关怀全景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2270193-AA6C-483A-A231-DE73297C3765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477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850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三大类线索覆盖学生成长关键场景，并通过多线索叠加提高研判价值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353D52-2C32-4B11-83CA-39A435137FBB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78909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78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学林知微 ScholarSense · 学生成长洞察与关爱协同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719F99B-701E-4A27-A130-7B3E7CEDB4C8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1">
                <a:solidFill>
                  <a:srgbClr val="78909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78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10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94EB7B0-61B9-4D6E-B906-5CEC8153DB86}"/>
              </a:ext>
            </a:extLst>
          </p:cNvPr>
          <p:cNvSpPr>
            <a:spLocks noGrp="1"/>
          </p:cNvSpPr>
          <p:nvPr/>
        </p:nvSpPr>
        <p:spPr>
          <a:xfrm>
            <a:off x="5067300" y="2419350"/>
            <a:ext cx="2057400" cy="2057400"/>
          </a:xfrm>
          <a:prstGeom prst="ellipse">
            <a:avLst/>
          </a:prstGeom>
          <a:solidFill>
            <a:srgbClr val="0B26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1" name="图形 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791200" y="2781300"/>
            <a:ext cx="609600" cy="6096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066593F9-997B-4B2E-B6AF-178A352D4C5D}"/>
              </a:ext>
            </a:extLst>
          </p:cNvPr>
          <p:cNvSpPr>
            <a:spLocks noGrp="1"/>
          </p:cNvSpPr>
          <p:nvPr/>
        </p:nvSpPr>
        <p:spPr>
          <a:xfrm>
            <a:off x="5581650" y="3581400"/>
            <a:ext cx="1028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学生发展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B8CF70E-D7DA-4CCB-8CF9-68C8EDEC3933}"/>
              </a:ext>
            </a:extLst>
          </p:cNvPr>
          <p:cNvSpPr>
            <a:spLocks noGrp="1"/>
          </p:cNvSpPr>
          <p:nvPr/>
        </p:nvSpPr>
        <p:spPr>
          <a:xfrm>
            <a:off x="5391150" y="3905250"/>
            <a:ext cx="1409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0">
                <a:solidFill>
                  <a:srgbClr val="BFD0D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BFD0D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一人一档 · 动态信号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064622AF-9129-4A96-B028-95CB2A6D545B}"/>
              </a:ext>
            </a:extLst>
          </p:cNvPr>
          <p:cNvSpPr>
            <a:spLocks noGrp="1"/>
          </p:cNvSpPr>
          <p:nvPr/>
        </p:nvSpPr>
        <p:spPr>
          <a:xfrm>
            <a:off x="514350" y="1924050"/>
            <a:ext cx="3333750" cy="367665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0B98A15-7E00-4E94-A92F-C9C34207F755}"/>
              </a:ext>
            </a:extLst>
          </p:cNvPr>
          <p:cNvSpPr>
            <a:spLocks noGrp="1"/>
          </p:cNvSpPr>
          <p:nvPr/>
        </p:nvSpPr>
        <p:spPr>
          <a:xfrm>
            <a:off x="742950" y="2152650"/>
            <a:ext cx="457200" cy="457200"/>
          </a:xfrm>
          <a:prstGeom prst="ellipse">
            <a:avLst/>
          </a:prstGeom>
          <a:solidFill>
            <a:srgbClr val="124E78">
              <a:alpha val="12549"/>
            </a:srgbClr>
          </a:solidFill>
          <a:ln w="9525">
            <a:solidFill>
              <a:srgbClr val="124E78"/>
            </a:solidFill>
            <a:prstDash val="solid"/>
          </a:ln>
        </p:spPr>
      </p:sp>
      <p:pic>
        <p:nvPicPr>
          <p:cNvPr id="66" name="图形 1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57250" y="2266950"/>
            <a:ext cx="228600" cy="2286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5CA19586-F4D7-4DD4-9AEF-B3985D63B0C8}"/>
              </a:ext>
            </a:extLst>
          </p:cNvPr>
          <p:cNvSpPr>
            <a:spLocks noGrp="1"/>
          </p:cNvSpPr>
          <p:nvPr/>
        </p:nvSpPr>
        <p:spPr>
          <a:xfrm>
            <a:off x="1333500" y="219075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学业关怀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79253FB5-E57F-4102-8AEE-D334293A02CC}"/>
              </a:ext>
            </a:extLst>
          </p:cNvPr>
          <p:cNvSpPr>
            <a:spLocks noGrp="1"/>
          </p:cNvSpPr>
          <p:nvPr/>
        </p:nvSpPr>
        <p:spPr>
          <a:xfrm>
            <a:off x="742950" y="2990850"/>
            <a:ext cx="2876550" cy="361950"/>
          </a:xfrm>
          <a:prstGeom prst="roundRect">
            <a:avLst>
              <a:gd name="adj" fmla="val 21053"/>
            </a:avLst>
          </a:prstGeom>
          <a:solidFill>
            <a:srgbClr val="F7FA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74ACD9C-71FF-4EC1-B433-242E0C8AAE6B}"/>
              </a:ext>
            </a:extLst>
          </p:cNvPr>
          <p:cNvSpPr>
            <a:spLocks noGrp="1"/>
          </p:cNvSpPr>
          <p:nvPr/>
        </p:nvSpPr>
        <p:spPr>
          <a:xfrm>
            <a:off x="914400" y="3028950"/>
            <a:ext cx="2533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5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挂科与绩点下降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72B12980-C694-4AF1-AF90-DA07E690EA8C}"/>
              </a:ext>
            </a:extLst>
          </p:cNvPr>
          <p:cNvSpPr>
            <a:spLocks noGrp="1"/>
          </p:cNvSpPr>
          <p:nvPr/>
        </p:nvSpPr>
        <p:spPr>
          <a:xfrm>
            <a:off x="742950" y="3505200"/>
            <a:ext cx="2876550" cy="361950"/>
          </a:xfrm>
          <a:prstGeom prst="roundRect">
            <a:avLst>
              <a:gd name="adj" fmla="val 21053"/>
            </a:avLst>
          </a:prstGeom>
          <a:solidFill>
            <a:srgbClr val="F7FA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C63EEDB-0AAA-473C-BE4A-795FD95F69CE}"/>
              </a:ext>
            </a:extLst>
          </p:cNvPr>
          <p:cNvSpPr>
            <a:spLocks noGrp="1"/>
          </p:cNvSpPr>
          <p:nvPr/>
        </p:nvSpPr>
        <p:spPr>
          <a:xfrm>
            <a:off x="914400" y="3543300"/>
            <a:ext cx="2533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50" b="0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缺勤/学习参与下降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795E7C79-D027-43E8-9771-B309016812E2}"/>
              </a:ext>
            </a:extLst>
          </p:cNvPr>
          <p:cNvSpPr>
            <a:spLocks noGrp="1"/>
          </p:cNvSpPr>
          <p:nvPr/>
        </p:nvSpPr>
        <p:spPr>
          <a:xfrm>
            <a:off x="742950" y="4019550"/>
            <a:ext cx="2876550" cy="361950"/>
          </a:xfrm>
          <a:prstGeom prst="roundRect">
            <a:avLst>
              <a:gd name="adj" fmla="val 21053"/>
            </a:avLst>
          </a:prstGeom>
          <a:solidFill>
            <a:srgbClr val="F7FA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CA790DF-3333-4E3C-8997-AEC1F9520559}"/>
              </a:ext>
            </a:extLst>
          </p:cNvPr>
          <p:cNvSpPr>
            <a:spLocks noGrp="1"/>
          </p:cNvSpPr>
          <p:nvPr/>
        </p:nvSpPr>
        <p:spPr>
          <a:xfrm>
            <a:off x="914400" y="4057650"/>
            <a:ext cx="2533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50" b="0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论文未通过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9BDA8537-34F5-4A5E-AE05-973AA337AD7B}"/>
              </a:ext>
            </a:extLst>
          </p:cNvPr>
          <p:cNvSpPr>
            <a:spLocks noGrp="1"/>
          </p:cNvSpPr>
          <p:nvPr/>
        </p:nvSpPr>
        <p:spPr>
          <a:xfrm>
            <a:off x="742950" y="4533900"/>
            <a:ext cx="2876550" cy="361950"/>
          </a:xfrm>
          <a:prstGeom prst="roundRect">
            <a:avLst>
              <a:gd name="adj" fmla="val 21053"/>
            </a:avLst>
          </a:prstGeom>
          <a:solidFill>
            <a:srgbClr val="F7FA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26F5A75-1365-43BD-B0D2-64F28AED7B0C}"/>
              </a:ext>
            </a:extLst>
          </p:cNvPr>
          <p:cNvSpPr>
            <a:spLocks noGrp="1"/>
          </p:cNvSpPr>
          <p:nvPr/>
        </p:nvSpPr>
        <p:spPr>
          <a:xfrm>
            <a:off x="914400" y="4572000"/>
            <a:ext cx="2533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50" b="0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毕业与延毕关怀信号</a:t>
            </a: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2F91A504-8786-48B7-8211-F3612C11E741}"/>
              </a:ext>
            </a:extLst>
          </p:cNvPr>
          <p:cNvSpPr>
            <a:spLocks noGrp="1"/>
          </p:cNvSpPr>
          <p:nvPr/>
        </p:nvSpPr>
        <p:spPr>
          <a:xfrm>
            <a:off x="4429125" y="1924050"/>
            <a:ext cx="3333750" cy="367665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BAF59E18-016F-477E-B2FE-CA2663D93155}"/>
              </a:ext>
            </a:extLst>
          </p:cNvPr>
          <p:cNvSpPr>
            <a:spLocks noGrp="1"/>
          </p:cNvSpPr>
          <p:nvPr/>
        </p:nvSpPr>
        <p:spPr>
          <a:xfrm>
            <a:off x="4657725" y="2152650"/>
            <a:ext cx="457200" cy="457200"/>
          </a:xfrm>
          <a:prstGeom prst="ellipse">
            <a:avLst/>
          </a:prstGeom>
          <a:solidFill>
            <a:srgbClr val="4FAF83">
              <a:alpha val="12549"/>
            </a:srgbClr>
          </a:solidFill>
          <a:ln w="9525">
            <a:solidFill>
              <a:srgbClr val="4FAF83"/>
            </a:solidFill>
            <a:prstDash val="solid"/>
          </a:ln>
        </p:spPr>
      </p:sp>
      <p:pic>
        <p:nvPicPr>
          <p:cNvPr id="78" name="图形 24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4772025" y="2266950"/>
            <a:ext cx="228600" cy="228600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0D970787-77D6-4C7B-8E69-1A53DB2AB38B}"/>
              </a:ext>
            </a:extLst>
          </p:cNvPr>
          <p:cNvSpPr>
            <a:spLocks noGrp="1"/>
          </p:cNvSpPr>
          <p:nvPr/>
        </p:nvSpPr>
        <p:spPr>
          <a:xfrm>
            <a:off x="5248275" y="219075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经济关怀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8629FE4A-3851-40B9-B9B1-5B9105C78BEB}"/>
              </a:ext>
            </a:extLst>
          </p:cNvPr>
          <p:cNvSpPr>
            <a:spLocks noGrp="1"/>
          </p:cNvSpPr>
          <p:nvPr/>
        </p:nvSpPr>
        <p:spPr>
          <a:xfrm>
            <a:off x="4657725" y="2990850"/>
            <a:ext cx="2876550" cy="361950"/>
          </a:xfrm>
          <a:prstGeom prst="roundRect">
            <a:avLst>
              <a:gd name="adj" fmla="val 21053"/>
            </a:avLst>
          </a:prstGeom>
          <a:solidFill>
            <a:srgbClr val="F7FA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3A0ABCB-EFB4-40CC-8433-DEC184FCD518}"/>
              </a:ext>
            </a:extLst>
          </p:cNvPr>
          <p:cNvSpPr>
            <a:spLocks noGrp="1"/>
          </p:cNvSpPr>
          <p:nvPr/>
        </p:nvSpPr>
        <p:spPr>
          <a:xfrm>
            <a:off x="4829175" y="3028950"/>
            <a:ext cx="2533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5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连续无消费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A048EEB0-BD64-40D5-AAE2-D8A19D558937}"/>
              </a:ext>
            </a:extLst>
          </p:cNvPr>
          <p:cNvSpPr>
            <a:spLocks noGrp="1"/>
          </p:cNvSpPr>
          <p:nvPr/>
        </p:nvSpPr>
        <p:spPr>
          <a:xfrm>
            <a:off x="4657725" y="3505200"/>
            <a:ext cx="2876550" cy="361950"/>
          </a:xfrm>
          <a:prstGeom prst="roundRect">
            <a:avLst>
              <a:gd name="adj" fmla="val 21053"/>
            </a:avLst>
          </a:prstGeom>
          <a:solidFill>
            <a:srgbClr val="F7FA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208445A-0E7D-45C8-A286-27AB39AA4CC8}"/>
              </a:ext>
            </a:extLst>
          </p:cNvPr>
          <p:cNvSpPr>
            <a:spLocks noGrp="1"/>
          </p:cNvSpPr>
          <p:nvPr/>
        </p:nvSpPr>
        <p:spPr>
          <a:xfrm>
            <a:off x="4829175" y="3543300"/>
            <a:ext cx="2533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50" b="0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餐均消费偏低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D3DE77A3-67F5-495E-9177-3816C892E79B}"/>
              </a:ext>
            </a:extLst>
          </p:cNvPr>
          <p:cNvSpPr>
            <a:spLocks noGrp="1"/>
          </p:cNvSpPr>
          <p:nvPr/>
        </p:nvSpPr>
        <p:spPr>
          <a:xfrm>
            <a:off x="4657725" y="4019550"/>
            <a:ext cx="2876550" cy="361950"/>
          </a:xfrm>
          <a:prstGeom prst="roundRect">
            <a:avLst>
              <a:gd name="adj" fmla="val 21053"/>
            </a:avLst>
          </a:prstGeom>
          <a:solidFill>
            <a:srgbClr val="F7FA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11CE18A-003F-4C44-8897-3BE8C6536C88}"/>
              </a:ext>
            </a:extLst>
          </p:cNvPr>
          <p:cNvSpPr>
            <a:spLocks noGrp="1"/>
          </p:cNvSpPr>
          <p:nvPr/>
        </p:nvSpPr>
        <p:spPr>
          <a:xfrm>
            <a:off x="4829175" y="4057650"/>
            <a:ext cx="2533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50" b="0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近期消费明显下降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3773D15C-0188-44F9-B529-7244165E8551}"/>
              </a:ext>
            </a:extLst>
          </p:cNvPr>
          <p:cNvSpPr>
            <a:spLocks noGrp="1"/>
          </p:cNvSpPr>
          <p:nvPr/>
        </p:nvSpPr>
        <p:spPr>
          <a:xfrm>
            <a:off x="4657725" y="4533900"/>
            <a:ext cx="2876550" cy="361950"/>
          </a:xfrm>
          <a:prstGeom prst="roundRect">
            <a:avLst>
              <a:gd name="adj" fmla="val 21053"/>
            </a:avLst>
          </a:prstGeom>
          <a:solidFill>
            <a:srgbClr val="F7FA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ABE1733-4CA2-40CA-A594-52A4A80BB2CD}"/>
              </a:ext>
            </a:extLst>
          </p:cNvPr>
          <p:cNvSpPr>
            <a:spLocks noGrp="1"/>
          </p:cNvSpPr>
          <p:nvPr/>
        </p:nvSpPr>
        <p:spPr>
          <a:xfrm>
            <a:off x="4829175" y="4572000"/>
            <a:ext cx="2533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50" b="0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困难身份叠加变化</a:t>
            </a: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6C42FA99-D360-44DB-8932-D69FB73120D4}"/>
              </a:ext>
            </a:extLst>
          </p:cNvPr>
          <p:cNvSpPr>
            <a:spLocks noGrp="1"/>
          </p:cNvSpPr>
          <p:nvPr/>
        </p:nvSpPr>
        <p:spPr>
          <a:xfrm>
            <a:off x="8343900" y="1924050"/>
            <a:ext cx="3333750" cy="367665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214F36C2-9B6A-49F5-900A-401F444E4C27}"/>
              </a:ext>
            </a:extLst>
          </p:cNvPr>
          <p:cNvSpPr>
            <a:spLocks noGrp="1"/>
          </p:cNvSpPr>
          <p:nvPr/>
        </p:nvSpPr>
        <p:spPr>
          <a:xfrm>
            <a:off x="8572500" y="2152650"/>
            <a:ext cx="457200" cy="457200"/>
          </a:xfrm>
          <a:prstGeom prst="ellipse">
            <a:avLst/>
          </a:prstGeom>
          <a:solidFill>
            <a:srgbClr val="D9783E">
              <a:alpha val="12549"/>
            </a:srgbClr>
          </a:solidFill>
          <a:ln w="9525">
            <a:solidFill>
              <a:srgbClr val="D9783E"/>
            </a:solidFill>
            <a:prstDash val="solid"/>
          </a:ln>
        </p:spPr>
      </p:sp>
      <p:pic>
        <p:nvPicPr>
          <p:cNvPr id="90" name="图形 36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8686800" y="2266950"/>
            <a:ext cx="228600" cy="228600"/>
          </a:xfrm>
          <a:prstGeom prst="rect">
            <a:avLst/>
          </a:prstGeom>
        </p:spPr>
      </p:pic>
      <p:sp>
        <p:nvSpPr>
          <p:cNvPr id="38" name="矩形 37">
            <a:extLst>
              <a:ext uri="{FF2B5EF4-FFF2-40B4-BE49-F238E27FC236}">
                <a16:creationId xmlns:a16="http://schemas.microsoft.com/office/drawing/2014/main" id="{25921A41-FC3B-495A-953B-A3F223566122}"/>
              </a:ext>
            </a:extLst>
          </p:cNvPr>
          <p:cNvSpPr>
            <a:spLocks noGrp="1"/>
          </p:cNvSpPr>
          <p:nvPr/>
        </p:nvSpPr>
        <p:spPr>
          <a:xfrm>
            <a:off x="9163050" y="219075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安全关怀</a:t>
            </a:r>
          </a:p>
        </p:txBody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A4269FEE-E800-4F60-BBCB-92CFB9EE04D1}"/>
              </a:ext>
            </a:extLst>
          </p:cNvPr>
          <p:cNvSpPr>
            <a:spLocks noGrp="1"/>
          </p:cNvSpPr>
          <p:nvPr/>
        </p:nvSpPr>
        <p:spPr>
          <a:xfrm>
            <a:off x="8572500" y="2990850"/>
            <a:ext cx="2876550" cy="361950"/>
          </a:xfrm>
          <a:prstGeom prst="roundRect">
            <a:avLst>
              <a:gd name="adj" fmla="val 21053"/>
            </a:avLst>
          </a:prstGeom>
          <a:solidFill>
            <a:srgbClr val="F7FA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451ED72-79B4-4E7C-9D48-42E8E30EECBD}"/>
              </a:ext>
            </a:extLst>
          </p:cNvPr>
          <p:cNvSpPr>
            <a:spLocks noGrp="1"/>
          </p:cNvSpPr>
          <p:nvPr/>
        </p:nvSpPr>
        <p:spPr>
          <a:xfrm>
            <a:off x="8743950" y="3028950"/>
            <a:ext cx="2533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5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晚归与夜间出入</a:t>
            </a:r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F2090C32-FB56-41DD-89C8-0DE0DD96BADB}"/>
              </a:ext>
            </a:extLst>
          </p:cNvPr>
          <p:cNvSpPr>
            <a:spLocks noGrp="1"/>
          </p:cNvSpPr>
          <p:nvPr/>
        </p:nvSpPr>
        <p:spPr>
          <a:xfrm>
            <a:off x="8572500" y="3505200"/>
            <a:ext cx="2876550" cy="361950"/>
          </a:xfrm>
          <a:prstGeom prst="roundRect">
            <a:avLst>
              <a:gd name="adj" fmla="val 21053"/>
            </a:avLst>
          </a:prstGeom>
          <a:solidFill>
            <a:srgbClr val="F7FA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C67E657-91ED-4143-A96B-94E9E267D414}"/>
              </a:ext>
            </a:extLst>
          </p:cNvPr>
          <p:cNvSpPr>
            <a:spLocks noGrp="1"/>
          </p:cNvSpPr>
          <p:nvPr/>
        </p:nvSpPr>
        <p:spPr>
          <a:xfrm>
            <a:off x="8743950" y="3543300"/>
            <a:ext cx="2533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50" b="0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dirty="0" err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无门禁</a:t>
            </a:r>
            <a:r>
              <a:rPr sz="1050" b="0" dirty="0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/</a:t>
            </a:r>
            <a:r>
              <a:rPr sz="1050" b="0" dirty="0" err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无校园行为</a:t>
            </a:r>
            <a:endParaRPr sz="1050" b="0" dirty="0">
              <a:solidFill>
                <a:srgbClr val="17313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AD89723F-89C9-44E6-8392-A8AF7F75B2CD}"/>
              </a:ext>
            </a:extLst>
          </p:cNvPr>
          <p:cNvSpPr>
            <a:spLocks noGrp="1"/>
          </p:cNvSpPr>
          <p:nvPr/>
        </p:nvSpPr>
        <p:spPr>
          <a:xfrm>
            <a:off x="8572500" y="4019550"/>
            <a:ext cx="2876550" cy="361950"/>
          </a:xfrm>
          <a:prstGeom prst="roundRect">
            <a:avLst>
              <a:gd name="adj" fmla="val 21053"/>
            </a:avLst>
          </a:prstGeom>
          <a:solidFill>
            <a:srgbClr val="F7FA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7AF4A49-3AC1-4900-8696-39A62A9ABAB1}"/>
              </a:ext>
            </a:extLst>
          </p:cNvPr>
          <p:cNvSpPr>
            <a:spLocks noGrp="1"/>
          </p:cNvSpPr>
          <p:nvPr/>
        </p:nvSpPr>
        <p:spPr>
          <a:xfrm>
            <a:off x="8743950" y="4057650"/>
            <a:ext cx="2533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50" b="0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疑似校外住宿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6F74C822-112C-42CF-B918-0D39B047D715}"/>
              </a:ext>
            </a:extLst>
          </p:cNvPr>
          <p:cNvSpPr>
            <a:spLocks noGrp="1"/>
          </p:cNvSpPr>
          <p:nvPr/>
        </p:nvSpPr>
        <p:spPr>
          <a:xfrm>
            <a:off x="8572500" y="4533900"/>
            <a:ext cx="2876550" cy="361950"/>
          </a:xfrm>
          <a:prstGeom prst="roundRect">
            <a:avLst>
              <a:gd name="adj" fmla="val 21053"/>
            </a:avLst>
          </a:prstGeom>
          <a:solidFill>
            <a:srgbClr val="F7FA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4ECF2A4F-B5B3-4DC7-A419-BA24BCF14DF5}"/>
              </a:ext>
            </a:extLst>
          </p:cNvPr>
          <p:cNvSpPr>
            <a:spLocks noGrp="1"/>
          </p:cNvSpPr>
          <p:nvPr/>
        </p:nvSpPr>
        <p:spPr>
          <a:xfrm>
            <a:off x="8743950" y="4572000"/>
            <a:ext cx="2533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50" b="0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离校未返/逾期未销假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C8457621-BB99-4B40-8DE0-447DD9850C40}"/>
              </a:ext>
            </a:extLst>
          </p:cNvPr>
          <p:cNvSpPr>
            <a:spLocks noGrp="1"/>
          </p:cNvSpPr>
          <p:nvPr/>
        </p:nvSpPr>
        <p:spPr>
          <a:xfrm>
            <a:off x="3695700" y="5829300"/>
            <a:ext cx="4800600" cy="285750"/>
          </a:xfrm>
          <a:prstGeom prst="roundRect">
            <a:avLst>
              <a:gd name="adj" fmla="val 26667"/>
            </a:avLst>
          </a:prstGeom>
          <a:solidFill>
            <a:srgbClr val="1597A8">
              <a:alpha val="7059"/>
            </a:srgbClr>
          </a:solidFill>
          <a:ln w="9525">
            <a:solidFill>
              <a:srgbClr val="1597A8">
                <a:alpha val="26667"/>
              </a:srgbClr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7C27563-921F-4CC0-BF9A-87DF8D73A79C}"/>
              </a:ext>
            </a:extLst>
          </p:cNvPr>
          <p:cNvSpPr>
            <a:spLocks noGrp="1"/>
          </p:cNvSpPr>
          <p:nvPr/>
        </p:nvSpPr>
        <p:spPr>
          <a:xfrm>
            <a:off x="3695700" y="5838825"/>
            <a:ext cx="48006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1597A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597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任意2类独立线索在7日内叠加，可提升核实优先级</a:t>
            </a:r>
          </a:p>
        </p:txBody>
      </p:sp>
    </p:spTree>
    <p:extLst>
      <p:ext uri="{BB962C8B-B14F-4D97-AF65-F5344CB8AC3E}">
        <p14:creationId xmlns:p14="http://schemas.microsoft.com/office/powerpoint/2010/main" val="1359681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11-marker">
            <a:extLst>
              <a:ext uri="{FF2B5EF4-FFF2-40B4-BE49-F238E27FC236}">
                <a16:creationId xmlns:a16="http://schemas.microsoft.com/office/drawing/2014/main" id="{1AD4E845-D468-466F-889F-FAD20609C025}"/>
              </a:ext>
            </a:extLst>
          </p:cNvPr>
          <p:cNvSpPr>
            <a:spLocks noGrp="1"/>
          </p:cNvSpPr>
          <p:nvPr/>
        </p:nvSpPr>
        <p:spPr>
          <a:xfrm>
            <a:off x="514350" y="419100"/>
            <a:ext cx="76200" cy="76200"/>
          </a:xfrm>
          <a:prstGeom prst="ellipse">
            <a:avLst/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label">
            <a:extLst>
              <a:ext uri="{FF2B5EF4-FFF2-40B4-BE49-F238E27FC236}">
                <a16:creationId xmlns:a16="http://schemas.microsoft.com/office/drawing/2014/main" id="{81B632ED-9CEA-4044-BF83-C3E2209CD41A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1597A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597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分级机制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3E1A635-19E3-4192-9CA7-1DB7FF0E8D01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477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625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 dirty="0" err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关怀等级由证据强度与多线索印证决定；关注身份只提升核实优先级，不直接定性</a:t>
            </a:r>
            <a:endParaRPr sz="2625" b="1" dirty="0">
              <a:solidFill>
                <a:srgbClr val="0B263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3AFC2A5-5FD7-4B52-ABBC-0B562458FB65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78909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78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学林知微 ScholarSense · 学生成长洞察与关爱协同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F6DF396-5D69-4F86-AE81-8BDEFB122C2A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1">
                <a:solidFill>
                  <a:srgbClr val="78909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78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11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35FA918-74DC-444E-85AC-4251E70D410A}"/>
              </a:ext>
            </a:extLst>
          </p:cNvPr>
          <p:cNvSpPr>
            <a:spLocks noGrp="1"/>
          </p:cNvSpPr>
          <p:nvPr/>
        </p:nvSpPr>
        <p:spPr>
          <a:xfrm>
            <a:off x="552450" y="18669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1597A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597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研判逻辑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463E5BAF-0A89-4E31-996D-F482983E5C5C}"/>
              </a:ext>
            </a:extLst>
          </p:cNvPr>
          <p:cNvSpPr>
            <a:spLocks noGrp="1"/>
          </p:cNvSpPr>
          <p:nvPr/>
        </p:nvSpPr>
        <p:spPr>
          <a:xfrm>
            <a:off x="514350" y="2247900"/>
            <a:ext cx="2571750" cy="1009650"/>
          </a:xfrm>
          <a:prstGeom prst="roundRect">
            <a:avLst>
              <a:gd name="adj" fmla="val 7547"/>
            </a:avLst>
          </a:prstGeom>
          <a:solidFill>
            <a:srgbClr val="F7FAFB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EB819B6A-E152-4CE8-8005-9FE75C59D7EC}"/>
              </a:ext>
            </a:extLst>
          </p:cNvPr>
          <p:cNvSpPr>
            <a:spLocks noGrp="1"/>
          </p:cNvSpPr>
          <p:nvPr/>
        </p:nvSpPr>
        <p:spPr>
          <a:xfrm>
            <a:off x="685800" y="2438400"/>
            <a:ext cx="266700" cy="266700"/>
          </a:xfrm>
          <a:prstGeom prst="ellipse">
            <a:avLst/>
          </a:prstGeom>
          <a:solidFill>
            <a:srgbClr val="124E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7A86B4B-6D8F-4BA4-9E44-F4595115CE8D}"/>
              </a:ext>
            </a:extLst>
          </p:cNvPr>
          <p:cNvSpPr>
            <a:spLocks noGrp="1"/>
          </p:cNvSpPr>
          <p:nvPr/>
        </p:nvSpPr>
        <p:spPr>
          <a:xfrm>
            <a:off x="685800" y="2438400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EC45DCA-BC3B-493A-BB77-59891A524DC7}"/>
              </a:ext>
            </a:extLst>
          </p:cNvPr>
          <p:cNvSpPr>
            <a:spLocks noGrp="1"/>
          </p:cNvSpPr>
          <p:nvPr/>
        </p:nvSpPr>
        <p:spPr>
          <a:xfrm>
            <a:off x="1066800" y="2381250"/>
            <a:ext cx="1695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行为证据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3C26051-6FD3-4C30-8560-900CA59A9B38}"/>
              </a:ext>
            </a:extLst>
          </p:cNvPr>
          <p:cNvSpPr>
            <a:spLocks noGrp="1"/>
          </p:cNvSpPr>
          <p:nvPr/>
        </p:nvSpPr>
        <p:spPr>
          <a:xfrm>
            <a:off x="704850" y="2781300"/>
            <a:ext cx="2152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阈值、持续时间、变化幅度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ED90AD53-F2A2-4F88-B2A5-9523D3786813}"/>
              </a:ext>
            </a:extLst>
          </p:cNvPr>
          <p:cNvSpPr>
            <a:spLocks noGrp="1"/>
          </p:cNvSpPr>
          <p:nvPr/>
        </p:nvSpPr>
        <p:spPr>
          <a:xfrm>
            <a:off x="3314700" y="2247900"/>
            <a:ext cx="2571750" cy="1009650"/>
          </a:xfrm>
          <a:prstGeom prst="roundRect">
            <a:avLst>
              <a:gd name="adj" fmla="val 7547"/>
            </a:avLst>
          </a:prstGeom>
          <a:solidFill>
            <a:srgbClr val="F7FAFB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53DFBF2-D021-40C2-99B4-5FFA9EA66894}"/>
              </a:ext>
            </a:extLst>
          </p:cNvPr>
          <p:cNvSpPr>
            <a:spLocks noGrp="1"/>
          </p:cNvSpPr>
          <p:nvPr/>
        </p:nvSpPr>
        <p:spPr>
          <a:xfrm>
            <a:off x="3486150" y="2438400"/>
            <a:ext cx="266700" cy="266700"/>
          </a:xfrm>
          <a:prstGeom prst="ellipse">
            <a:avLst/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457B6D4-D58D-4BDA-A7AA-C952EA3E3E68}"/>
              </a:ext>
            </a:extLst>
          </p:cNvPr>
          <p:cNvSpPr>
            <a:spLocks noGrp="1"/>
          </p:cNvSpPr>
          <p:nvPr/>
        </p:nvSpPr>
        <p:spPr>
          <a:xfrm>
            <a:off x="3486150" y="2438400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C412D95-49BE-4502-BF20-43E8EA502DF6}"/>
              </a:ext>
            </a:extLst>
          </p:cNvPr>
          <p:cNvSpPr>
            <a:spLocks noGrp="1"/>
          </p:cNvSpPr>
          <p:nvPr/>
        </p:nvSpPr>
        <p:spPr>
          <a:xfrm>
            <a:off x="3867150" y="2381250"/>
            <a:ext cx="1695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场景排除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C1E0AA0-4738-4308-A722-5EDC4F8854C0}"/>
              </a:ext>
            </a:extLst>
          </p:cNvPr>
          <p:cNvSpPr>
            <a:spLocks noGrp="1"/>
          </p:cNvSpPr>
          <p:nvPr/>
        </p:nvSpPr>
        <p:spPr>
          <a:xfrm>
            <a:off x="3505200" y="2781300"/>
            <a:ext cx="2152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请假、实习、假期、设备故障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05E5179D-EB2C-41FA-B2A0-B3CD60F00DBD}"/>
              </a:ext>
            </a:extLst>
          </p:cNvPr>
          <p:cNvSpPr>
            <a:spLocks noGrp="1"/>
          </p:cNvSpPr>
          <p:nvPr/>
        </p:nvSpPr>
        <p:spPr>
          <a:xfrm>
            <a:off x="6115050" y="2247900"/>
            <a:ext cx="2571750" cy="1009650"/>
          </a:xfrm>
          <a:prstGeom prst="roundRect">
            <a:avLst>
              <a:gd name="adj" fmla="val 7547"/>
            </a:avLst>
          </a:prstGeom>
          <a:solidFill>
            <a:srgbClr val="F7FAFB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1679B68E-44C8-4930-850F-9A8757AEEE72}"/>
              </a:ext>
            </a:extLst>
          </p:cNvPr>
          <p:cNvSpPr>
            <a:spLocks noGrp="1"/>
          </p:cNvSpPr>
          <p:nvPr/>
        </p:nvSpPr>
        <p:spPr>
          <a:xfrm>
            <a:off x="6286500" y="2438400"/>
            <a:ext cx="266700" cy="266700"/>
          </a:xfrm>
          <a:prstGeom prst="ellipse">
            <a:avLst/>
          </a:prstGeom>
          <a:solidFill>
            <a:srgbClr val="4FAF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0F86DC8-04B2-4E3F-8714-111ABED63750}"/>
              </a:ext>
            </a:extLst>
          </p:cNvPr>
          <p:cNvSpPr>
            <a:spLocks noGrp="1"/>
          </p:cNvSpPr>
          <p:nvPr/>
        </p:nvSpPr>
        <p:spPr>
          <a:xfrm>
            <a:off x="6286500" y="2438400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531EC48-04EC-4E89-AA81-A45A9B620D5B}"/>
              </a:ext>
            </a:extLst>
          </p:cNvPr>
          <p:cNvSpPr>
            <a:spLocks noGrp="1"/>
          </p:cNvSpPr>
          <p:nvPr/>
        </p:nvSpPr>
        <p:spPr>
          <a:xfrm>
            <a:off x="6667500" y="2381250"/>
            <a:ext cx="1695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独立印证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7D08D2C-0300-4D49-B588-C535821F14B1}"/>
              </a:ext>
            </a:extLst>
          </p:cNvPr>
          <p:cNvSpPr>
            <a:spLocks noGrp="1"/>
          </p:cNvSpPr>
          <p:nvPr/>
        </p:nvSpPr>
        <p:spPr>
          <a:xfrm>
            <a:off x="6305550" y="2781300"/>
            <a:ext cx="2152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 dirty="0" err="1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消费</a:t>
            </a:r>
            <a:r>
              <a:rPr sz="900" b="0" dirty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 × </a:t>
            </a:r>
            <a:r>
              <a:rPr sz="900" b="0" dirty="0" err="1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门禁</a:t>
            </a:r>
            <a:r>
              <a:rPr sz="900" b="0" dirty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 × </a:t>
            </a:r>
            <a:r>
              <a:rPr sz="900" b="0" dirty="0" err="1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学业</a:t>
            </a:r>
            <a:r>
              <a:rPr sz="900" b="0" dirty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 × </a:t>
            </a:r>
            <a:r>
              <a:rPr sz="900" b="0" dirty="0" err="1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走访</a:t>
            </a:r>
            <a:endParaRPr sz="900" b="0" dirty="0">
              <a:solidFill>
                <a:srgbClr val="6F7F8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47FF799F-2729-4D89-AEB4-880A87B437D7}"/>
              </a:ext>
            </a:extLst>
          </p:cNvPr>
          <p:cNvSpPr>
            <a:spLocks noGrp="1"/>
          </p:cNvSpPr>
          <p:nvPr/>
        </p:nvSpPr>
        <p:spPr>
          <a:xfrm>
            <a:off x="8915400" y="2247900"/>
            <a:ext cx="2571750" cy="1009650"/>
          </a:xfrm>
          <a:prstGeom prst="roundRect">
            <a:avLst>
              <a:gd name="adj" fmla="val 7547"/>
            </a:avLst>
          </a:prstGeom>
          <a:solidFill>
            <a:srgbClr val="F7FAFB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4B541B46-0821-4B7F-95EE-B9EC0B916D9D}"/>
              </a:ext>
            </a:extLst>
          </p:cNvPr>
          <p:cNvSpPr>
            <a:spLocks noGrp="1"/>
          </p:cNvSpPr>
          <p:nvPr/>
        </p:nvSpPr>
        <p:spPr>
          <a:xfrm>
            <a:off x="9086850" y="2438400"/>
            <a:ext cx="266700" cy="266700"/>
          </a:xfrm>
          <a:prstGeom prst="ellipse">
            <a:avLst/>
          </a:prstGeom>
          <a:solidFill>
            <a:srgbClr val="6E6AA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26E65C1-8E17-4285-8403-B9E0D120C873}"/>
              </a:ext>
            </a:extLst>
          </p:cNvPr>
          <p:cNvSpPr>
            <a:spLocks noGrp="1"/>
          </p:cNvSpPr>
          <p:nvPr/>
        </p:nvSpPr>
        <p:spPr>
          <a:xfrm>
            <a:off x="9086850" y="2438400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4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5C8B73B-1F38-436C-BC27-7A0195FDC87D}"/>
              </a:ext>
            </a:extLst>
          </p:cNvPr>
          <p:cNvSpPr>
            <a:spLocks noGrp="1"/>
          </p:cNvSpPr>
          <p:nvPr/>
        </p:nvSpPr>
        <p:spPr>
          <a:xfrm>
            <a:off x="9467850" y="2381250"/>
            <a:ext cx="1695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关注优先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148DA7D-DEA5-4C5C-B874-5C2B5C70ABCD}"/>
              </a:ext>
            </a:extLst>
          </p:cNvPr>
          <p:cNvSpPr>
            <a:spLocks noGrp="1"/>
          </p:cNvSpPr>
          <p:nvPr/>
        </p:nvSpPr>
        <p:spPr>
          <a:xfrm>
            <a:off x="9105900" y="2781300"/>
            <a:ext cx="2152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敏感标签仅在授权范围内加权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B0E948F-CC17-4B09-B6CF-CBAF7E8B712A}"/>
              </a:ext>
            </a:extLst>
          </p:cNvPr>
          <p:cNvSpPr>
            <a:spLocks noGrp="1"/>
          </p:cNvSpPr>
          <p:nvPr/>
        </p:nvSpPr>
        <p:spPr>
          <a:xfrm>
            <a:off x="552450" y="35814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1597A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597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分级跟进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919CB6B4-080B-47EE-8C22-2A67ED8E0633}"/>
              </a:ext>
            </a:extLst>
          </p:cNvPr>
          <p:cNvSpPr>
            <a:spLocks noGrp="1"/>
          </p:cNvSpPr>
          <p:nvPr/>
        </p:nvSpPr>
        <p:spPr>
          <a:xfrm>
            <a:off x="857250" y="4762500"/>
            <a:ext cx="2857500" cy="990600"/>
          </a:xfrm>
          <a:prstGeom prst="roundRect">
            <a:avLst>
              <a:gd name="adj" fmla="val 7692"/>
            </a:avLst>
          </a:prstGeom>
          <a:solidFill>
            <a:srgbClr val="E3A73A">
              <a:alpha val="9412"/>
            </a:srgbClr>
          </a:solidFill>
          <a:ln w="19050">
            <a:solidFill>
              <a:srgbClr val="E3A73A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581A732-C411-4BE3-9037-1E9ECCCEC56F}"/>
              </a:ext>
            </a:extLst>
          </p:cNvPr>
          <p:cNvSpPr>
            <a:spLocks noGrp="1"/>
          </p:cNvSpPr>
          <p:nvPr/>
        </p:nvSpPr>
        <p:spPr>
          <a:xfrm>
            <a:off x="1066800" y="4972050"/>
            <a:ext cx="2438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E3A7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E3A7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Ⅰ级｜提醒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C6D40AF-4D95-4A91-8881-92EDBEC1454D}"/>
              </a:ext>
            </a:extLst>
          </p:cNvPr>
          <p:cNvSpPr>
            <a:spLocks noGrp="1"/>
          </p:cNvSpPr>
          <p:nvPr/>
        </p:nvSpPr>
        <p:spPr>
          <a:xfrm>
            <a:off x="1066800" y="5343525"/>
            <a:ext cx="2438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谈心谈话 · 关心了解</a:t>
            </a: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85419763-5623-4194-807A-1C7F591C695E}"/>
              </a:ext>
            </a:extLst>
          </p:cNvPr>
          <p:cNvSpPr>
            <a:spLocks noGrp="1"/>
          </p:cNvSpPr>
          <p:nvPr/>
        </p:nvSpPr>
        <p:spPr>
          <a:xfrm>
            <a:off x="3905250" y="4324350"/>
            <a:ext cx="3429000" cy="1428750"/>
          </a:xfrm>
          <a:prstGeom prst="roundRect">
            <a:avLst>
              <a:gd name="adj" fmla="val 5333"/>
            </a:avLst>
          </a:prstGeom>
          <a:solidFill>
            <a:srgbClr val="D9783E">
              <a:alpha val="9412"/>
            </a:srgbClr>
          </a:solidFill>
          <a:ln w="19050">
            <a:solidFill>
              <a:srgbClr val="D9783E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2CB94C8-40DA-4481-8F54-82E505BD4F06}"/>
              </a:ext>
            </a:extLst>
          </p:cNvPr>
          <p:cNvSpPr>
            <a:spLocks noGrp="1"/>
          </p:cNvSpPr>
          <p:nvPr/>
        </p:nvSpPr>
        <p:spPr>
          <a:xfrm>
            <a:off x="4114800" y="4533900"/>
            <a:ext cx="3009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D97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D978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Ⅱ级｜重点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8B7B0D9-1AB0-4E82-AE05-D76BADB78F8D}"/>
              </a:ext>
            </a:extLst>
          </p:cNvPr>
          <p:cNvSpPr>
            <a:spLocks noGrp="1"/>
          </p:cNvSpPr>
          <p:nvPr/>
        </p:nvSpPr>
        <p:spPr>
          <a:xfrm>
            <a:off x="4114800" y="4905375"/>
            <a:ext cx="3009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介入干预 · 持续跟踪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5927101-DAA4-4F7C-ABCB-21A45993BDF2}"/>
              </a:ext>
            </a:extLst>
          </p:cNvPr>
          <p:cNvSpPr>
            <a:spLocks noGrp="1"/>
          </p:cNvSpPr>
          <p:nvPr/>
        </p:nvSpPr>
        <p:spPr>
          <a:xfrm>
            <a:off x="4114800" y="5295900"/>
            <a:ext cx="3009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48小时内跟进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5DCF6546-51E7-4F0E-B244-476A021EB72E}"/>
              </a:ext>
            </a:extLst>
          </p:cNvPr>
          <p:cNvSpPr>
            <a:spLocks noGrp="1"/>
          </p:cNvSpPr>
          <p:nvPr/>
        </p:nvSpPr>
        <p:spPr>
          <a:xfrm>
            <a:off x="7524750" y="3810000"/>
            <a:ext cx="3810000" cy="1943100"/>
          </a:xfrm>
          <a:prstGeom prst="roundRect">
            <a:avLst>
              <a:gd name="adj" fmla="val 3922"/>
            </a:avLst>
          </a:prstGeom>
          <a:solidFill>
            <a:srgbClr val="C94F55">
              <a:alpha val="9412"/>
            </a:srgbClr>
          </a:solidFill>
          <a:ln w="19050">
            <a:solidFill>
              <a:srgbClr val="C94F55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EAC1FB5-7C32-4ED1-8C94-39F8F2E11755}"/>
              </a:ext>
            </a:extLst>
          </p:cNvPr>
          <p:cNvSpPr>
            <a:spLocks noGrp="1"/>
          </p:cNvSpPr>
          <p:nvPr/>
        </p:nvSpPr>
        <p:spPr>
          <a:xfrm>
            <a:off x="7734300" y="4019550"/>
            <a:ext cx="3390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C94F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C94F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Ⅲ级｜重点关怀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790A0C2-41C4-44F6-8143-1C6C75ED0881}"/>
              </a:ext>
            </a:extLst>
          </p:cNvPr>
          <p:cNvSpPr>
            <a:spLocks noGrp="1"/>
          </p:cNvSpPr>
          <p:nvPr/>
        </p:nvSpPr>
        <p:spPr>
          <a:xfrm>
            <a:off x="7734300" y="4391025"/>
            <a:ext cx="3390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紧急核实 · 多方联动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F69CA3E-3752-4AEC-8735-DB263A6EBAD5}"/>
              </a:ext>
            </a:extLst>
          </p:cNvPr>
          <p:cNvSpPr>
            <a:spLocks noGrp="1"/>
          </p:cNvSpPr>
          <p:nvPr/>
        </p:nvSpPr>
        <p:spPr>
          <a:xfrm>
            <a:off x="7734300" y="4781550"/>
            <a:ext cx="3390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24小时内跟进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5B317196-D124-4734-A76F-F16E5ACBCF42}"/>
              </a:ext>
            </a:extLst>
          </p:cNvPr>
          <p:cNvSpPr>
            <a:spLocks noGrp="1"/>
          </p:cNvSpPr>
          <p:nvPr/>
        </p:nvSpPr>
        <p:spPr>
          <a:xfrm>
            <a:off x="8610600" y="5905500"/>
            <a:ext cx="2190750" cy="266700"/>
          </a:xfrm>
          <a:prstGeom prst="roundRect">
            <a:avLst>
              <a:gd name="adj" fmla="val 28571"/>
            </a:avLst>
          </a:prstGeom>
          <a:solidFill>
            <a:srgbClr val="F3EE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8527C8E-2E69-4477-B2C3-79A251E9BB10}"/>
              </a:ext>
            </a:extLst>
          </p:cNvPr>
          <p:cNvSpPr>
            <a:spLocks noGrp="1"/>
          </p:cNvSpPr>
          <p:nvPr/>
        </p:nvSpPr>
        <p:spPr>
          <a:xfrm>
            <a:off x="8610600" y="5915025"/>
            <a:ext cx="2190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6E6AA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6E6AA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关注身份 ≠ 自动定性</a:t>
            </a:r>
          </a:p>
        </p:txBody>
      </p:sp>
    </p:spTree>
    <p:extLst>
      <p:ext uri="{BB962C8B-B14F-4D97-AF65-F5344CB8AC3E}">
        <p14:creationId xmlns:p14="http://schemas.microsoft.com/office/powerpoint/2010/main" val="1655654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>
            <a:extLst>
              <a:ext uri="{FF2B5EF4-FFF2-40B4-BE49-F238E27FC236}">
                <a16:creationId xmlns:a16="http://schemas.microsoft.com/office/drawing/2014/main" id="{4A45E987-5AA4-4083-85E7-3873DE8151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2-marker">
            <a:extLst>
              <a:ext uri="{FF2B5EF4-FFF2-40B4-BE49-F238E27FC236}">
                <a16:creationId xmlns:a16="http://schemas.microsoft.com/office/drawing/2014/main" id="{F5D8FA4F-DB07-4BEB-9258-10AE7FBFDEC8}"/>
              </a:ext>
            </a:extLst>
          </p:cNvPr>
          <p:cNvSpPr>
            <a:spLocks noGrp="1"/>
          </p:cNvSpPr>
          <p:nvPr/>
        </p:nvSpPr>
        <p:spPr>
          <a:xfrm>
            <a:off x="514350" y="419100"/>
            <a:ext cx="76200" cy="76200"/>
          </a:xfrm>
          <a:prstGeom prst="ellipse">
            <a:avLst/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label">
            <a:extLst>
              <a:ext uri="{FF2B5EF4-FFF2-40B4-BE49-F238E27FC236}">
                <a16:creationId xmlns:a16="http://schemas.microsoft.com/office/drawing/2014/main" id="{D7AD608A-9BF9-4A2F-ABDA-B065983B21E8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1597A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597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观澜五镜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E1B0A31-65F6-4013-996E-0983AF0CBB0F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477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625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观澜五镜协同：定矩、观变、合证、时序、护航，先可解释后智能，先闭环再进化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106104E-FC55-4E77-B027-4D31F55490C0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78909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78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学林知微 ScholarSense · 学生成长洞察与关爱协同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8571322-357F-4F39-9222-84C9A6046F12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1">
                <a:solidFill>
                  <a:srgbClr val="78909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78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12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98B856B3-5EDD-4908-9D69-D7A408DFB061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23812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C150CD0-6E49-4ABF-94F8-6B4A46E7546D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2381250" cy="85725"/>
          </a:xfrm>
          <a:prstGeom prst="rect">
            <a:avLst/>
          </a:prstGeom>
          <a:solidFill>
            <a:srgbClr val="124E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8E484E4-341D-47F3-A3A4-6F30EC547F95}"/>
              </a:ext>
            </a:extLst>
          </p:cNvPr>
          <p:cNvSpPr>
            <a:spLocks noGrp="1"/>
          </p:cNvSpPr>
          <p:nvPr/>
        </p:nvSpPr>
        <p:spPr>
          <a:xfrm>
            <a:off x="857250" y="4343400"/>
            <a:ext cx="400050" cy="400050"/>
          </a:xfrm>
          <a:prstGeom prst="ellipse">
            <a:avLst/>
          </a:prstGeom>
          <a:solidFill>
            <a:srgbClr val="124E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03E174B-53AC-4E42-BB2A-5CF1565A2770}"/>
              </a:ext>
            </a:extLst>
          </p:cNvPr>
          <p:cNvSpPr>
            <a:spLocks noGrp="1"/>
          </p:cNvSpPr>
          <p:nvPr/>
        </p:nvSpPr>
        <p:spPr>
          <a:xfrm>
            <a:off x="857250" y="4343400"/>
            <a:ext cx="400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L1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7C1FFC1-5C02-4A56-9157-AA2D90027D56}"/>
              </a:ext>
            </a:extLst>
          </p:cNvPr>
          <p:cNvSpPr>
            <a:spLocks noGrp="1"/>
          </p:cNvSpPr>
          <p:nvPr/>
        </p:nvSpPr>
        <p:spPr>
          <a:xfrm>
            <a:off x="1390650" y="4362450"/>
            <a:ext cx="1466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定矩镜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5C67BDC-6356-4BE5-BFEE-8B51C52D12B7}"/>
              </a:ext>
            </a:extLst>
          </p:cNvPr>
          <p:cNvSpPr>
            <a:spLocks noGrp="1"/>
          </p:cNvSpPr>
          <p:nvPr/>
        </p:nvSpPr>
        <p:spPr>
          <a:xfrm>
            <a:off x="895350" y="4838700"/>
            <a:ext cx="1924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制度阈值 · 白名单豁免</a:t>
            </a:r>
          </a:p>
          <a:p>
            <a:pPr algn="l">
              <a:buNone/>
              <a:defRPr sz="105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组合规则 · 跟进时限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61E6F338-80CA-4ED2-9727-51608BBFA0AF}"/>
              </a:ext>
            </a:extLst>
          </p:cNvPr>
          <p:cNvSpPr>
            <a:spLocks noGrp="1"/>
          </p:cNvSpPr>
          <p:nvPr/>
        </p:nvSpPr>
        <p:spPr>
          <a:xfrm>
            <a:off x="895350" y="5257800"/>
            <a:ext cx="1066800" cy="285750"/>
          </a:xfrm>
          <a:prstGeom prst="roundRect">
            <a:avLst>
              <a:gd name="adj" fmla="val 26667"/>
            </a:avLst>
          </a:prstGeom>
          <a:solidFill>
            <a:srgbClr val="124E78">
              <a:alpha val="7059"/>
            </a:srgbClr>
          </a:solidFill>
          <a:ln w="9525">
            <a:solidFill>
              <a:srgbClr val="124E78">
                <a:alpha val="26667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FA13C10-4CF2-477B-B3E9-086F355C0D27}"/>
              </a:ext>
            </a:extLst>
          </p:cNvPr>
          <p:cNvSpPr>
            <a:spLocks noGrp="1"/>
          </p:cNvSpPr>
          <p:nvPr/>
        </p:nvSpPr>
        <p:spPr>
          <a:xfrm>
            <a:off x="895350" y="5267325"/>
            <a:ext cx="10668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124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生产底座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1B2BDBA5-C2C7-484A-B810-E4B5A878CE87}"/>
              </a:ext>
            </a:extLst>
          </p:cNvPr>
          <p:cNvSpPr>
            <a:spLocks noGrp="1"/>
          </p:cNvSpPr>
          <p:nvPr/>
        </p:nvSpPr>
        <p:spPr>
          <a:xfrm>
            <a:off x="3143250" y="3790950"/>
            <a:ext cx="2571750" cy="192405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6826C6A-4F02-4DCB-98A5-F223D0310C1A}"/>
              </a:ext>
            </a:extLst>
          </p:cNvPr>
          <p:cNvSpPr>
            <a:spLocks noGrp="1"/>
          </p:cNvSpPr>
          <p:nvPr/>
        </p:nvSpPr>
        <p:spPr>
          <a:xfrm>
            <a:off x="3143250" y="3790950"/>
            <a:ext cx="2571750" cy="85725"/>
          </a:xfrm>
          <a:prstGeom prst="rect">
            <a:avLst/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F4DC0C7D-9CC4-4767-83DF-31E0EC3DA50A}"/>
              </a:ext>
            </a:extLst>
          </p:cNvPr>
          <p:cNvSpPr>
            <a:spLocks noGrp="1"/>
          </p:cNvSpPr>
          <p:nvPr/>
        </p:nvSpPr>
        <p:spPr>
          <a:xfrm>
            <a:off x="3333750" y="4038600"/>
            <a:ext cx="400050" cy="400050"/>
          </a:xfrm>
          <a:prstGeom prst="ellipse">
            <a:avLst/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07701B6-071C-477C-85C4-12A1487B02EC}"/>
              </a:ext>
            </a:extLst>
          </p:cNvPr>
          <p:cNvSpPr>
            <a:spLocks noGrp="1"/>
          </p:cNvSpPr>
          <p:nvPr/>
        </p:nvSpPr>
        <p:spPr>
          <a:xfrm>
            <a:off x="3333750" y="4038600"/>
            <a:ext cx="400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L2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39FCB1F-91A6-47FF-A09A-92894FB52080}"/>
              </a:ext>
            </a:extLst>
          </p:cNvPr>
          <p:cNvSpPr>
            <a:spLocks noGrp="1"/>
          </p:cNvSpPr>
          <p:nvPr/>
        </p:nvSpPr>
        <p:spPr>
          <a:xfrm>
            <a:off x="3867150" y="4057650"/>
            <a:ext cx="1657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观变镜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243FCC3-8BC9-4499-85FA-4712116D1DF6}"/>
              </a:ext>
            </a:extLst>
          </p:cNvPr>
          <p:cNvSpPr>
            <a:spLocks noGrp="1"/>
          </p:cNvSpPr>
          <p:nvPr/>
        </p:nvSpPr>
        <p:spPr>
          <a:xfrm>
            <a:off x="3371850" y="4591050"/>
            <a:ext cx="21145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个人基线 · 变化检测</a:t>
            </a:r>
          </a:p>
          <a:p>
            <a:pPr algn="l">
              <a:buNone/>
              <a:defRPr sz="105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分位漂移 · 异常拐点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07A39044-970A-4F5B-9E9F-11748FCBE2A4}"/>
              </a:ext>
            </a:extLst>
          </p:cNvPr>
          <p:cNvSpPr>
            <a:spLocks noGrp="1"/>
          </p:cNvSpPr>
          <p:nvPr/>
        </p:nvSpPr>
        <p:spPr>
          <a:xfrm>
            <a:off x="3371850" y="5257800"/>
            <a:ext cx="1066800" cy="285750"/>
          </a:xfrm>
          <a:prstGeom prst="roundRect">
            <a:avLst>
              <a:gd name="adj" fmla="val 26667"/>
            </a:avLst>
          </a:prstGeom>
          <a:solidFill>
            <a:srgbClr val="1597A8">
              <a:alpha val="7059"/>
            </a:srgbClr>
          </a:solidFill>
          <a:ln w="9525">
            <a:solidFill>
              <a:srgbClr val="1597A8">
                <a:alpha val="26667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FACB578-796B-4345-8BB7-F6D5CB70003F}"/>
              </a:ext>
            </a:extLst>
          </p:cNvPr>
          <p:cNvSpPr>
            <a:spLocks noGrp="1"/>
          </p:cNvSpPr>
          <p:nvPr/>
        </p:nvSpPr>
        <p:spPr>
          <a:xfrm>
            <a:off x="3371850" y="5267325"/>
            <a:ext cx="10668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1597A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597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优先建设</a:t>
            </a: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C5A407C5-0013-45D2-82E6-95F5AC91FD29}"/>
              </a:ext>
            </a:extLst>
          </p:cNvPr>
          <p:cNvSpPr>
            <a:spLocks noGrp="1"/>
          </p:cNvSpPr>
          <p:nvPr/>
        </p:nvSpPr>
        <p:spPr>
          <a:xfrm>
            <a:off x="5810250" y="2781300"/>
            <a:ext cx="2667000" cy="29337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50E2C4C-3664-4A2B-9DD4-8B2CE77D2CE8}"/>
              </a:ext>
            </a:extLst>
          </p:cNvPr>
          <p:cNvSpPr>
            <a:spLocks noGrp="1"/>
          </p:cNvSpPr>
          <p:nvPr/>
        </p:nvSpPr>
        <p:spPr>
          <a:xfrm>
            <a:off x="5810250" y="2781300"/>
            <a:ext cx="2667000" cy="85725"/>
          </a:xfrm>
          <a:prstGeom prst="rect">
            <a:avLst/>
          </a:prstGeom>
          <a:solidFill>
            <a:srgbClr val="4FAF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88D4C763-0D89-4AD1-9F11-79E9B8CEC8F0}"/>
              </a:ext>
            </a:extLst>
          </p:cNvPr>
          <p:cNvSpPr>
            <a:spLocks noGrp="1"/>
          </p:cNvSpPr>
          <p:nvPr/>
        </p:nvSpPr>
        <p:spPr>
          <a:xfrm>
            <a:off x="6000750" y="3028950"/>
            <a:ext cx="400050" cy="400050"/>
          </a:xfrm>
          <a:prstGeom prst="ellipse">
            <a:avLst/>
          </a:prstGeom>
          <a:solidFill>
            <a:srgbClr val="4FAF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F084272-C55E-41D8-BC04-6B39EC910F63}"/>
              </a:ext>
            </a:extLst>
          </p:cNvPr>
          <p:cNvSpPr>
            <a:spLocks noGrp="1"/>
          </p:cNvSpPr>
          <p:nvPr/>
        </p:nvSpPr>
        <p:spPr>
          <a:xfrm>
            <a:off x="6000750" y="3028950"/>
            <a:ext cx="400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L3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B9BE920-5DB9-40F4-BF60-EC8639DB6E3E}"/>
              </a:ext>
            </a:extLst>
          </p:cNvPr>
          <p:cNvSpPr>
            <a:spLocks noGrp="1"/>
          </p:cNvSpPr>
          <p:nvPr/>
        </p:nvSpPr>
        <p:spPr>
          <a:xfrm>
            <a:off x="6534150" y="3048000"/>
            <a:ext cx="1752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合证镜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19C2E7C-53B3-4BF4-A57B-8E66B2487C9F}"/>
              </a:ext>
            </a:extLst>
          </p:cNvPr>
          <p:cNvSpPr>
            <a:spLocks noGrp="1"/>
          </p:cNvSpPr>
          <p:nvPr/>
        </p:nvSpPr>
        <p:spPr>
          <a:xfrm>
            <a:off x="6038850" y="3581400"/>
            <a:ext cx="22098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多线索合证 · Top-k排序</a:t>
            </a:r>
          </a:p>
          <a:p>
            <a:pPr algn="l">
              <a:buNone/>
              <a:defRPr sz="105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有限关怀资源优先抵达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06CF4B5F-EF2A-4DB5-83DE-2260E5FEBB2B}"/>
              </a:ext>
            </a:extLst>
          </p:cNvPr>
          <p:cNvSpPr>
            <a:spLocks noGrp="1"/>
          </p:cNvSpPr>
          <p:nvPr/>
        </p:nvSpPr>
        <p:spPr>
          <a:xfrm>
            <a:off x="6038850" y="5257800"/>
            <a:ext cx="1066800" cy="285750"/>
          </a:xfrm>
          <a:prstGeom prst="roundRect">
            <a:avLst>
              <a:gd name="adj" fmla="val 26667"/>
            </a:avLst>
          </a:prstGeom>
          <a:solidFill>
            <a:srgbClr val="4FAF83">
              <a:alpha val="7059"/>
            </a:srgbClr>
          </a:solidFill>
          <a:ln w="9525">
            <a:solidFill>
              <a:srgbClr val="4FAF83">
                <a:alpha val="26667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BF4CDFF-562A-4FF6-A3DC-62AB18A5ED62}"/>
              </a:ext>
            </a:extLst>
          </p:cNvPr>
          <p:cNvSpPr>
            <a:spLocks noGrp="1"/>
          </p:cNvSpPr>
          <p:nvPr/>
        </p:nvSpPr>
        <p:spPr>
          <a:xfrm>
            <a:off x="6038850" y="5267325"/>
            <a:ext cx="10668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4FAF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4FAF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灰度验证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3C65DB6D-AAAE-480E-A0CD-4758428038E7}"/>
              </a:ext>
            </a:extLst>
          </p:cNvPr>
          <p:cNvSpPr>
            <a:spLocks noGrp="1"/>
          </p:cNvSpPr>
          <p:nvPr/>
        </p:nvSpPr>
        <p:spPr>
          <a:xfrm>
            <a:off x="8572500" y="1809750"/>
            <a:ext cx="2952750" cy="390525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AE22DDA-5F9E-4DF8-BB59-6B559C74F377}"/>
              </a:ext>
            </a:extLst>
          </p:cNvPr>
          <p:cNvSpPr>
            <a:spLocks noGrp="1"/>
          </p:cNvSpPr>
          <p:nvPr/>
        </p:nvSpPr>
        <p:spPr>
          <a:xfrm>
            <a:off x="8572500" y="1809750"/>
            <a:ext cx="2952750" cy="85725"/>
          </a:xfrm>
          <a:prstGeom prst="rect">
            <a:avLst/>
          </a:prstGeom>
          <a:solidFill>
            <a:srgbClr val="6E6AA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0669FF7B-16E5-4E62-B101-17C6926466AC}"/>
              </a:ext>
            </a:extLst>
          </p:cNvPr>
          <p:cNvSpPr>
            <a:spLocks noGrp="1"/>
          </p:cNvSpPr>
          <p:nvPr/>
        </p:nvSpPr>
        <p:spPr>
          <a:xfrm>
            <a:off x="8763000" y="2057400"/>
            <a:ext cx="400050" cy="400050"/>
          </a:xfrm>
          <a:prstGeom prst="ellipse">
            <a:avLst/>
          </a:prstGeom>
          <a:solidFill>
            <a:srgbClr val="6E6AA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68362A4-1187-4AB3-934A-E899B9FA36F2}"/>
              </a:ext>
            </a:extLst>
          </p:cNvPr>
          <p:cNvSpPr>
            <a:spLocks noGrp="1"/>
          </p:cNvSpPr>
          <p:nvPr/>
        </p:nvSpPr>
        <p:spPr>
          <a:xfrm>
            <a:off x="8763000" y="2057400"/>
            <a:ext cx="400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L4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32AC7FB-D923-4C4C-9D07-B07929A1C1F9}"/>
              </a:ext>
            </a:extLst>
          </p:cNvPr>
          <p:cNvSpPr>
            <a:spLocks noGrp="1"/>
          </p:cNvSpPr>
          <p:nvPr/>
        </p:nvSpPr>
        <p:spPr>
          <a:xfrm>
            <a:off x="9296400" y="20764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时序镜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29689CB-20D8-40FC-9951-426574973A14}"/>
              </a:ext>
            </a:extLst>
          </p:cNvPr>
          <p:cNvSpPr>
            <a:spLocks noGrp="1"/>
          </p:cNvSpPr>
          <p:nvPr/>
        </p:nvSpPr>
        <p:spPr>
          <a:xfrm>
            <a:off x="8801100" y="2609850"/>
            <a:ext cx="24955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时间链路 · 关系图谱</a:t>
            </a:r>
          </a:p>
          <a:p>
            <a:pPr algn="l">
              <a:buNone/>
              <a:defRPr sz="105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趋势演化与群体共振</a:t>
            </a:r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AAE7C89B-5EBE-49D4-AF47-3277CF3678DE}"/>
              </a:ext>
            </a:extLst>
          </p:cNvPr>
          <p:cNvSpPr>
            <a:spLocks noGrp="1"/>
          </p:cNvSpPr>
          <p:nvPr/>
        </p:nvSpPr>
        <p:spPr>
          <a:xfrm>
            <a:off x="8801100" y="5257800"/>
            <a:ext cx="1066800" cy="285750"/>
          </a:xfrm>
          <a:prstGeom prst="roundRect">
            <a:avLst>
              <a:gd name="adj" fmla="val 26667"/>
            </a:avLst>
          </a:prstGeom>
          <a:solidFill>
            <a:srgbClr val="6E6AAE">
              <a:alpha val="7059"/>
            </a:srgbClr>
          </a:solidFill>
          <a:ln w="9525">
            <a:solidFill>
              <a:srgbClr val="6E6AAE">
                <a:alpha val="26667"/>
              </a:srgbClr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A4EF5DC-8D41-43A5-ADD1-8F3C0C5FC1F7}"/>
              </a:ext>
            </a:extLst>
          </p:cNvPr>
          <p:cNvSpPr>
            <a:spLocks noGrp="1"/>
          </p:cNvSpPr>
          <p:nvPr/>
        </p:nvSpPr>
        <p:spPr>
          <a:xfrm>
            <a:off x="8801100" y="5267325"/>
            <a:ext cx="10668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6E6AA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6E6AA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研究储备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B0FD435-9F5A-4069-A094-A02C7100F5A4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可解释与治理成熟度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9749F31-49ED-4A24-AB80-5E5F35B584FF}"/>
              </a:ext>
            </a:extLst>
          </p:cNvPr>
          <p:cNvSpPr>
            <a:spLocks noGrp="1"/>
          </p:cNvSpPr>
          <p:nvPr/>
        </p:nvSpPr>
        <p:spPr>
          <a:xfrm>
            <a:off x="9906000" y="594360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1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智能协同深度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D9353FC-947F-47B1-8E52-D4E30A87605F}"/>
              </a:ext>
            </a:extLst>
          </p:cNvPr>
          <p:cNvSpPr>
            <a:spLocks noGrp="1"/>
          </p:cNvSpPr>
          <p:nvPr/>
        </p:nvSpPr>
        <p:spPr>
          <a:xfrm>
            <a:off x="1847850" y="6153150"/>
            <a:ext cx="849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00" b="1">
                <a:solidFill>
                  <a:srgbClr val="124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护航镜贯穿全程：所有线索均输出证据链，由辅导员最终核实；模型不得自动作出重大不利决定。</a:t>
            </a:r>
          </a:p>
        </p:txBody>
      </p:sp>
    </p:spTree>
    <p:extLst>
      <p:ext uri="{BB962C8B-B14F-4D97-AF65-F5344CB8AC3E}">
        <p14:creationId xmlns:p14="http://schemas.microsoft.com/office/powerpoint/2010/main" val="501912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8A3C5B35-A8C3-4F1F-9D36-A11017E435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26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3-marker">
            <a:extLst>
              <a:ext uri="{FF2B5EF4-FFF2-40B4-BE49-F238E27FC236}">
                <a16:creationId xmlns:a16="http://schemas.microsoft.com/office/drawing/2014/main" id="{5C22BA48-CD7B-4D23-A6C0-5204367D6777}"/>
              </a:ext>
            </a:extLst>
          </p:cNvPr>
          <p:cNvSpPr>
            <a:spLocks noGrp="1"/>
          </p:cNvSpPr>
          <p:nvPr/>
        </p:nvSpPr>
        <p:spPr>
          <a:xfrm>
            <a:off x="514350" y="419100"/>
            <a:ext cx="76200" cy="76200"/>
          </a:xfrm>
          <a:prstGeom prst="ellipse">
            <a:avLst/>
          </a:prstGeom>
          <a:solidFill>
            <a:srgbClr val="79D7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3-label">
            <a:extLst>
              <a:ext uri="{FF2B5EF4-FFF2-40B4-BE49-F238E27FC236}">
                <a16:creationId xmlns:a16="http://schemas.microsoft.com/office/drawing/2014/main" id="{B16B029A-E50A-4119-834B-777DB5905C13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79D7D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79D7D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五镜协同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9C356ED-FFF0-4219-AB77-3F32C54A92D2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477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观澜智核负责看见变化、合成线索与生成建议；老师负责理解学生、温暖抵达并完成关怀闭环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26070A1-A3A8-49DE-BB5C-1A2209B01BE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A9C1C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A9C1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学林知微 ScholarSense · 学生成长洞察与关爱协同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3C2ECEB-D502-4DB5-AC8A-9CED98720D4A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1">
                <a:solidFill>
                  <a:srgbClr val="A9C1C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A9C1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13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61145BD-7120-47F1-853E-6A041F49860E}"/>
              </a:ext>
            </a:extLst>
          </p:cNvPr>
          <p:cNvSpPr>
            <a:spLocks noGrp="1"/>
          </p:cNvSpPr>
          <p:nvPr/>
        </p:nvSpPr>
        <p:spPr>
          <a:xfrm>
            <a:off x="4953000" y="2266950"/>
            <a:ext cx="2286000" cy="2286000"/>
          </a:xfrm>
          <a:prstGeom prst="ellipse">
            <a:avLst/>
          </a:prstGeom>
          <a:solidFill>
            <a:srgbClr val="133F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0B22E00-76D2-47A5-BB9E-5BED21FEDF1E}"/>
              </a:ext>
            </a:extLst>
          </p:cNvPr>
          <p:cNvSpPr>
            <a:spLocks noGrp="1"/>
          </p:cNvSpPr>
          <p:nvPr/>
        </p:nvSpPr>
        <p:spPr>
          <a:xfrm>
            <a:off x="5429250" y="2743200"/>
            <a:ext cx="1333500" cy="1333500"/>
          </a:xfrm>
          <a:prstGeom prst="ellipse">
            <a:avLst/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6" name="图形 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867400" y="3067050"/>
            <a:ext cx="457200" cy="4572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88915D97-0182-422F-BC7F-7822B71A9B0B}"/>
              </a:ext>
            </a:extLst>
          </p:cNvPr>
          <p:cNvSpPr>
            <a:spLocks noGrp="1"/>
          </p:cNvSpPr>
          <p:nvPr/>
        </p:nvSpPr>
        <p:spPr>
          <a:xfrm>
            <a:off x="5599611" y="3638550"/>
            <a:ext cx="101019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观澜智核</a:t>
            </a:r>
            <a:endParaRPr sz="15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ACE9DF4B-DD6C-4560-AA90-36BABCD0C85F}"/>
              </a:ext>
            </a:extLst>
          </p:cNvPr>
          <p:cNvSpPr>
            <a:spLocks noGrp="1"/>
          </p:cNvSpPr>
          <p:nvPr/>
        </p:nvSpPr>
        <p:spPr>
          <a:xfrm>
            <a:off x="876300" y="2095500"/>
            <a:ext cx="2476500" cy="819150"/>
          </a:xfrm>
          <a:prstGeom prst="roundRect">
            <a:avLst>
              <a:gd name="adj" fmla="val 9302"/>
            </a:avLst>
          </a:prstGeom>
          <a:solidFill>
            <a:srgbClr val="123544"/>
          </a:solidFill>
          <a:ln w="9525">
            <a:solidFill>
              <a:srgbClr val="315A69"/>
            </a:solidFill>
            <a:prstDash val="solid"/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94C2D5E-4369-4834-BA76-68D967CE6560}"/>
              </a:ext>
            </a:extLst>
          </p:cNvPr>
          <p:cNvSpPr>
            <a:spLocks noGrp="1"/>
          </p:cNvSpPr>
          <p:nvPr/>
        </p:nvSpPr>
        <p:spPr>
          <a:xfrm>
            <a:off x="1047750" y="2295525"/>
            <a:ext cx="419100" cy="419100"/>
          </a:xfrm>
          <a:prstGeom prst="ellipse">
            <a:avLst/>
          </a:prstGeom>
          <a:solidFill>
            <a:srgbClr val="173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0" name="图形 1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152525" y="2400300"/>
            <a:ext cx="209550" cy="20955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D7A0638C-DF9F-41BA-A965-AD49A84ED34D}"/>
              </a:ext>
            </a:extLst>
          </p:cNvPr>
          <p:cNvSpPr>
            <a:spLocks noGrp="1"/>
          </p:cNvSpPr>
          <p:nvPr/>
        </p:nvSpPr>
        <p:spPr>
          <a:xfrm>
            <a:off x="1619250" y="2343150"/>
            <a:ext cx="1504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2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多源合证洞察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CCA0A178-BD3F-4C0D-B852-56C78A4A703D}"/>
              </a:ext>
            </a:extLst>
          </p:cNvPr>
          <p:cNvSpPr>
            <a:spLocks noGrp="1"/>
          </p:cNvSpPr>
          <p:nvPr/>
        </p:nvSpPr>
        <p:spPr>
          <a:xfrm>
            <a:off x="876300" y="3333750"/>
            <a:ext cx="2476500" cy="819150"/>
          </a:xfrm>
          <a:prstGeom prst="roundRect">
            <a:avLst>
              <a:gd name="adj" fmla="val 9302"/>
            </a:avLst>
          </a:prstGeom>
          <a:solidFill>
            <a:srgbClr val="123544"/>
          </a:solidFill>
          <a:ln w="9525">
            <a:solidFill>
              <a:srgbClr val="315A69"/>
            </a:solidFill>
            <a:prstDash val="solid"/>
          </a:ln>
        </p:spPr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50468C13-7ED9-49D3-93DF-9350053C9CA0}"/>
              </a:ext>
            </a:extLst>
          </p:cNvPr>
          <p:cNvSpPr>
            <a:spLocks noGrp="1"/>
          </p:cNvSpPr>
          <p:nvPr/>
        </p:nvSpPr>
        <p:spPr>
          <a:xfrm>
            <a:off x="1047750" y="3533775"/>
            <a:ext cx="419100" cy="419100"/>
          </a:xfrm>
          <a:prstGeom prst="ellipse">
            <a:avLst/>
          </a:prstGeom>
          <a:solidFill>
            <a:srgbClr val="173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4" name="图形 16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1152525" y="3638550"/>
            <a:ext cx="209550" cy="209550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4672CF64-9206-4DF3-99C4-1EC03802B351}"/>
              </a:ext>
            </a:extLst>
          </p:cNvPr>
          <p:cNvSpPr>
            <a:spLocks noGrp="1"/>
          </p:cNvSpPr>
          <p:nvPr/>
        </p:nvSpPr>
        <p:spPr>
          <a:xfrm>
            <a:off x="1619250" y="3581400"/>
            <a:ext cx="1504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2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关怀依据解释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F3C4F271-3C83-45FD-B888-C2FABA0C94E4}"/>
              </a:ext>
            </a:extLst>
          </p:cNvPr>
          <p:cNvSpPr>
            <a:spLocks noGrp="1"/>
          </p:cNvSpPr>
          <p:nvPr/>
        </p:nvSpPr>
        <p:spPr>
          <a:xfrm>
            <a:off x="876300" y="4572000"/>
            <a:ext cx="2476500" cy="819150"/>
          </a:xfrm>
          <a:prstGeom prst="roundRect">
            <a:avLst>
              <a:gd name="adj" fmla="val 9302"/>
            </a:avLst>
          </a:prstGeom>
          <a:solidFill>
            <a:srgbClr val="123544"/>
          </a:solidFill>
          <a:ln w="9525">
            <a:solidFill>
              <a:srgbClr val="315A69"/>
            </a:solidFill>
            <a:prstDash val="solid"/>
          </a:ln>
        </p:spPr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221D2942-11AD-4AEE-9FB2-886C979395F1}"/>
              </a:ext>
            </a:extLst>
          </p:cNvPr>
          <p:cNvSpPr>
            <a:spLocks noGrp="1"/>
          </p:cNvSpPr>
          <p:nvPr/>
        </p:nvSpPr>
        <p:spPr>
          <a:xfrm>
            <a:off x="1047750" y="4772025"/>
            <a:ext cx="419100" cy="419100"/>
          </a:xfrm>
          <a:prstGeom prst="ellipse">
            <a:avLst/>
          </a:prstGeom>
          <a:solidFill>
            <a:srgbClr val="173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8" name="图形 20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1152525" y="4876800"/>
            <a:ext cx="209550" cy="209550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D04E44EA-DCB8-483D-A426-2746FE3050C6}"/>
              </a:ext>
            </a:extLst>
          </p:cNvPr>
          <p:cNvSpPr>
            <a:spLocks noGrp="1"/>
          </p:cNvSpPr>
          <p:nvPr/>
        </p:nvSpPr>
        <p:spPr>
          <a:xfrm>
            <a:off x="1619250" y="4819650"/>
            <a:ext cx="1504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2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关怀路径推荐</a:t>
            </a: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A4A74BB6-B77D-4019-B8BD-C187443E3362}"/>
              </a:ext>
            </a:extLst>
          </p:cNvPr>
          <p:cNvSpPr>
            <a:spLocks noGrp="1"/>
          </p:cNvSpPr>
          <p:nvPr/>
        </p:nvSpPr>
        <p:spPr>
          <a:xfrm>
            <a:off x="8839200" y="2095500"/>
            <a:ext cx="2476500" cy="819150"/>
          </a:xfrm>
          <a:prstGeom prst="roundRect">
            <a:avLst>
              <a:gd name="adj" fmla="val 9302"/>
            </a:avLst>
          </a:prstGeom>
          <a:solidFill>
            <a:srgbClr val="123544"/>
          </a:solidFill>
          <a:ln w="9525">
            <a:solidFill>
              <a:srgbClr val="315A69"/>
            </a:solidFill>
            <a:prstDash val="solid"/>
          </a:ln>
        </p:spPr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BD12CB15-6138-47E1-8461-169F20D5E4E0}"/>
              </a:ext>
            </a:extLst>
          </p:cNvPr>
          <p:cNvSpPr>
            <a:spLocks noGrp="1"/>
          </p:cNvSpPr>
          <p:nvPr/>
        </p:nvSpPr>
        <p:spPr>
          <a:xfrm>
            <a:off x="9010650" y="2295525"/>
            <a:ext cx="419100" cy="419100"/>
          </a:xfrm>
          <a:prstGeom prst="ellipse">
            <a:avLst/>
          </a:prstGeom>
          <a:solidFill>
            <a:srgbClr val="173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2" name="图形 24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9115425" y="2400300"/>
            <a:ext cx="209550" cy="209550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411560F1-2C62-47D7-8969-8DD6DFD1070B}"/>
              </a:ext>
            </a:extLst>
          </p:cNvPr>
          <p:cNvSpPr>
            <a:spLocks noGrp="1"/>
          </p:cNvSpPr>
          <p:nvPr/>
        </p:nvSpPr>
        <p:spPr>
          <a:xfrm>
            <a:off x="9582150" y="2343150"/>
            <a:ext cx="1504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2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谈心谈话建议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371062C8-47CD-46B7-AF34-9E37E89F1AE9}"/>
              </a:ext>
            </a:extLst>
          </p:cNvPr>
          <p:cNvSpPr>
            <a:spLocks noGrp="1"/>
          </p:cNvSpPr>
          <p:nvPr/>
        </p:nvSpPr>
        <p:spPr>
          <a:xfrm>
            <a:off x="8839200" y="3333750"/>
            <a:ext cx="2476500" cy="819150"/>
          </a:xfrm>
          <a:prstGeom prst="roundRect">
            <a:avLst>
              <a:gd name="adj" fmla="val 9302"/>
            </a:avLst>
          </a:prstGeom>
          <a:solidFill>
            <a:srgbClr val="123544"/>
          </a:solidFill>
          <a:ln w="9525">
            <a:solidFill>
              <a:srgbClr val="315A69"/>
            </a:solidFill>
            <a:prstDash val="solid"/>
          </a:ln>
        </p:spPr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CF1330AB-006E-4946-B749-5A5DEAFFDB32}"/>
              </a:ext>
            </a:extLst>
          </p:cNvPr>
          <p:cNvSpPr>
            <a:spLocks noGrp="1"/>
          </p:cNvSpPr>
          <p:nvPr/>
        </p:nvSpPr>
        <p:spPr>
          <a:xfrm>
            <a:off x="9010650" y="3533775"/>
            <a:ext cx="419100" cy="419100"/>
          </a:xfrm>
          <a:prstGeom prst="ellipse">
            <a:avLst/>
          </a:prstGeom>
          <a:solidFill>
            <a:srgbClr val="173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6" name="图形 28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>
            <a:off x="9115425" y="3638550"/>
            <a:ext cx="209550" cy="209550"/>
          </a:xfrm>
          <a:prstGeom prst="rect">
            <a:avLst/>
          </a:prstGeom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3B4BE14F-B912-46DB-B25B-7E6AF1D22A60}"/>
              </a:ext>
            </a:extLst>
          </p:cNvPr>
          <p:cNvSpPr>
            <a:spLocks noGrp="1"/>
          </p:cNvSpPr>
          <p:nvPr/>
        </p:nvSpPr>
        <p:spPr>
          <a:xfrm>
            <a:off x="9582150" y="3581400"/>
            <a:ext cx="1504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2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自然语言问数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0D58F540-6FD2-4C6F-92F5-9728FB9575AE}"/>
              </a:ext>
            </a:extLst>
          </p:cNvPr>
          <p:cNvSpPr>
            <a:spLocks noGrp="1"/>
          </p:cNvSpPr>
          <p:nvPr/>
        </p:nvSpPr>
        <p:spPr>
          <a:xfrm>
            <a:off x="8839200" y="4572000"/>
            <a:ext cx="2476500" cy="819150"/>
          </a:xfrm>
          <a:prstGeom prst="roundRect">
            <a:avLst>
              <a:gd name="adj" fmla="val 9302"/>
            </a:avLst>
          </a:prstGeom>
          <a:solidFill>
            <a:srgbClr val="123544"/>
          </a:solidFill>
          <a:ln w="9525">
            <a:solidFill>
              <a:srgbClr val="315A69"/>
            </a:solidFill>
            <a:prstDash val="solid"/>
          </a:ln>
        </p:spPr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8826ED37-6E30-4007-B2D4-9DEDF8003991}"/>
              </a:ext>
            </a:extLst>
          </p:cNvPr>
          <p:cNvSpPr>
            <a:spLocks noGrp="1"/>
          </p:cNvSpPr>
          <p:nvPr/>
        </p:nvSpPr>
        <p:spPr>
          <a:xfrm>
            <a:off x="9010650" y="4772025"/>
            <a:ext cx="419100" cy="419100"/>
          </a:xfrm>
          <a:prstGeom prst="ellipse">
            <a:avLst/>
          </a:prstGeom>
          <a:solidFill>
            <a:srgbClr val="173C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0" name="图形 32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/>
        </p:blipFill>
        <p:spPr>
          <a:xfrm>
            <a:off x="9115425" y="4876800"/>
            <a:ext cx="209550" cy="209550"/>
          </a:xfrm>
          <a:prstGeom prst="rect">
            <a:avLst/>
          </a:prstGeom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B1AB7743-806A-486D-922A-847CF016CE44}"/>
              </a:ext>
            </a:extLst>
          </p:cNvPr>
          <p:cNvSpPr>
            <a:spLocks noGrp="1"/>
          </p:cNvSpPr>
          <p:nvPr/>
        </p:nvSpPr>
        <p:spPr>
          <a:xfrm>
            <a:off x="9582150" y="4819650"/>
            <a:ext cx="1504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2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周报与校准建议</a:t>
            </a: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F6DC560D-16B7-4C93-ABC2-DC8386A97F0F}"/>
              </a:ext>
            </a:extLst>
          </p:cNvPr>
          <p:cNvSpPr>
            <a:spLocks noGrp="1"/>
          </p:cNvSpPr>
          <p:nvPr/>
        </p:nvSpPr>
        <p:spPr>
          <a:xfrm>
            <a:off x="3829050" y="4846860"/>
            <a:ext cx="4533900" cy="723900"/>
          </a:xfrm>
          <a:prstGeom prst="roundRect">
            <a:avLst>
              <a:gd name="adj" fmla="val 10526"/>
            </a:avLst>
          </a:prstGeom>
          <a:solidFill>
            <a:srgbClr val="F0F7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505D8A6-93FE-41BE-B4FB-7B2C3581D244}"/>
              </a:ext>
            </a:extLst>
          </p:cNvPr>
          <p:cNvSpPr>
            <a:spLocks noGrp="1"/>
          </p:cNvSpPr>
          <p:nvPr/>
        </p:nvSpPr>
        <p:spPr>
          <a:xfrm>
            <a:off x="4095750" y="508635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124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人工核实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E1A5AC8-2696-4669-89AE-B07070043C91}"/>
              </a:ext>
            </a:extLst>
          </p:cNvPr>
          <p:cNvSpPr>
            <a:spLocks noGrp="1"/>
          </p:cNvSpPr>
          <p:nvPr/>
        </p:nvSpPr>
        <p:spPr>
          <a:xfrm>
            <a:off x="5181600" y="5086350"/>
            <a:ext cx="2876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核实原因 · 选择关怀方式 · 决定是否转介 · 记录持续关注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AD91506-822E-43FD-BA65-975AEEB0F3BD}"/>
              </a:ext>
            </a:extLst>
          </p:cNvPr>
          <p:cNvSpPr>
            <a:spLocks noGrp="1"/>
          </p:cNvSpPr>
          <p:nvPr/>
        </p:nvSpPr>
        <p:spPr>
          <a:xfrm>
            <a:off x="5010150" y="4610100"/>
            <a:ext cx="2171700" cy="19050"/>
          </a:xfrm>
          <a:prstGeom prst="rect">
            <a:avLst/>
          </a:prstGeom>
          <a:solidFill>
            <a:srgbClr val="79D7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055FC76-7760-4D7E-B418-ABA3898F9CA6}"/>
              </a:ext>
            </a:extLst>
          </p:cNvPr>
          <p:cNvSpPr>
            <a:spLocks noGrp="1"/>
          </p:cNvSpPr>
          <p:nvPr/>
        </p:nvSpPr>
        <p:spPr>
          <a:xfrm>
            <a:off x="3752850" y="5981700"/>
            <a:ext cx="4686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75" b="1">
                <a:solidFill>
                  <a:srgbClr val="79D7D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79D7D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观澜输出必须可解释、可追溯、可拒绝、可回退</a:t>
            </a:r>
          </a:p>
        </p:txBody>
      </p:sp>
    </p:spTree>
    <p:extLst>
      <p:ext uri="{BB962C8B-B14F-4D97-AF65-F5344CB8AC3E}">
        <p14:creationId xmlns:p14="http://schemas.microsoft.com/office/powerpoint/2010/main" val="2029406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14-marker">
            <a:extLst>
              <a:ext uri="{FF2B5EF4-FFF2-40B4-BE49-F238E27FC236}">
                <a16:creationId xmlns:a16="http://schemas.microsoft.com/office/drawing/2014/main" id="{830297CF-639B-4311-9FE9-FA929001E1F0}"/>
              </a:ext>
            </a:extLst>
          </p:cNvPr>
          <p:cNvSpPr>
            <a:spLocks noGrp="1"/>
          </p:cNvSpPr>
          <p:nvPr/>
        </p:nvSpPr>
        <p:spPr>
          <a:xfrm>
            <a:off x="514350" y="419100"/>
            <a:ext cx="76200" cy="76200"/>
          </a:xfrm>
          <a:prstGeom prst="ellipse">
            <a:avLst/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4-label">
            <a:extLst>
              <a:ext uri="{FF2B5EF4-FFF2-40B4-BE49-F238E27FC236}">
                <a16:creationId xmlns:a16="http://schemas.microsoft.com/office/drawing/2014/main" id="{60DA8F5A-0683-4376-80F7-B369EECCB479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1597A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597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场景一｜毕业季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290BE9A-CAC9-40C7-9FA3-1821E5BEE9D5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477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625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把学业进展与近期行为变化联合研判，提前发现毕业压力而非等待问题显性化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897365C-32BE-4DE2-BD5C-A73E2B7C64E8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78909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78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学林知微 ScholarSense · 学生成长洞察与关爱协同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E9BB682-F8DC-4FDA-828F-DB6A022B8A64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1">
                <a:solidFill>
                  <a:srgbClr val="78909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78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14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0B53C577-FF06-44EB-BEC9-F8526C8B7844}"/>
              </a:ext>
            </a:extLst>
          </p:cNvPr>
          <p:cNvSpPr>
            <a:spLocks noGrp="1"/>
          </p:cNvSpPr>
          <p:nvPr/>
        </p:nvSpPr>
        <p:spPr>
          <a:xfrm>
            <a:off x="8858250" y="419100"/>
            <a:ext cx="2324100" cy="266700"/>
          </a:xfrm>
          <a:prstGeom prst="roundRect">
            <a:avLst>
              <a:gd name="adj" fmla="val 28571"/>
            </a:avLst>
          </a:prstGeom>
          <a:solidFill>
            <a:srgbClr val="EEF5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DCE635-4D9B-406C-B680-F7439F910E45}"/>
              </a:ext>
            </a:extLst>
          </p:cNvPr>
          <p:cNvSpPr>
            <a:spLocks noGrp="1"/>
          </p:cNvSpPr>
          <p:nvPr/>
        </p:nvSpPr>
        <p:spPr>
          <a:xfrm>
            <a:off x="8858250" y="428625"/>
            <a:ext cx="23241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25" b="1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原型场景 · 不含真实学生信息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5C60739-02F0-4877-BEBD-6437FF4300AE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2571750" cy="1143000"/>
          </a:xfrm>
          <a:prstGeom prst="roundRect">
            <a:avLst>
              <a:gd name="adj" fmla="val 6667"/>
            </a:avLst>
          </a:prstGeom>
          <a:solidFill>
            <a:srgbClr val="F7FAFB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224C781-E739-45C6-86C5-F57C9D71CE9F}"/>
              </a:ext>
            </a:extLst>
          </p:cNvPr>
          <p:cNvSpPr>
            <a:spLocks noGrp="1"/>
          </p:cNvSpPr>
          <p:nvPr/>
        </p:nvSpPr>
        <p:spPr>
          <a:xfrm>
            <a:off x="685800" y="1926765"/>
            <a:ext cx="400050" cy="4000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pic>
        <p:nvPicPr>
          <p:cNvPr id="63" name="图形 1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90575" y="2031540"/>
            <a:ext cx="190500" cy="1905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31985E9A-8DF3-42E9-BBD0-A6AF887EEB0E}"/>
              </a:ext>
            </a:extLst>
          </p:cNvPr>
          <p:cNvSpPr>
            <a:spLocks noGrp="1"/>
          </p:cNvSpPr>
          <p:nvPr/>
        </p:nvSpPr>
        <p:spPr>
          <a:xfrm>
            <a:off x="1238250" y="2047875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dirty="0" err="1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毕业年级</a:t>
            </a:r>
            <a:endParaRPr sz="1050" b="1" dirty="0">
              <a:solidFill>
                <a:srgbClr val="6F7F8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6066B48-AE23-46CD-8C96-C6324A3B6777}"/>
              </a:ext>
            </a:extLst>
          </p:cNvPr>
          <p:cNvSpPr>
            <a:spLocks noGrp="1"/>
          </p:cNvSpPr>
          <p:nvPr/>
        </p:nvSpPr>
        <p:spPr>
          <a:xfrm>
            <a:off x="704850" y="25146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2026届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F2722357-E2AF-4ED6-A706-F152E6CD1579}"/>
              </a:ext>
            </a:extLst>
          </p:cNvPr>
          <p:cNvSpPr>
            <a:spLocks noGrp="1"/>
          </p:cNvSpPr>
          <p:nvPr/>
        </p:nvSpPr>
        <p:spPr>
          <a:xfrm>
            <a:off x="3314700" y="1847850"/>
            <a:ext cx="2571750" cy="1143000"/>
          </a:xfrm>
          <a:prstGeom prst="roundRect">
            <a:avLst>
              <a:gd name="adj" fmla="val 6667"/>
            </a:avLst>
          </a:prstGeom>
          <a:solidFill>
            <a:srgbClr val="F7FAFB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4FA0BECE-08BC-462C-96C2-77877F585EED}"/>
              </a:ext>
            </a:extLst>
          </p:cNvPr>
          <p:cNvSpPr>
            <a:spLocks noGrp="1"/>
          </p:cNvSpPr>
          <p:nvPr/>
        </p:nvSpPr>
        <p:spPr>
          <a:xfrm>
            <a:off x="3486150" y="1926765"/>
            <a:ext cx="400050" cy="4000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pic>
        <p:nvPicPr>
          <p:cNvPr id="68" name="图形 15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3590925" y="2031540"/>
            <a:ext cx="190500" cy="190500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BBDB9B04-C577-4E01-ACF0-F1224430F305}"/>
              </a:ext>
            </a:extLst>
          </p:cNvPr>
          <p:cNvSpPr>
            <a:spLocks noGrp="1"/>
          </p:cNvSpPr>
          <p:nvPr/>
        </p:nvSpPr>
        <p:spPr>
          <a:xfrm>
            <a:off x="4038600" y="2047875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学业关怀信号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4799B50-BE13-4E71-9E4C-35C71352FEBC}"/>
              </a:ext>
            </a:extLst>
          </p:cNvPr>
          <p:cNvSpPr>
            <a:spLocks noGrp="1"/>
          </p:cNvSpPr>
          <p:nvPr/>
        </p:nvSpPr>
        <p:spPr>
          <a:xfrm>
            <a:off x="3505200" y="25146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挂科3门 / 延毕关怀信号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B4EFF164-4D7F-4A44-A539-75DD1F2BC1C9}"/>
              </a:ext>
            </a:extLst>
          </p:cNvPr>
          <p:cNvSpPr>
            <a:spLocks noGrp="1"/>
          </p:cNvSpPr>
          <p:nvPr/>
        </p:nvSpPr>
        <p:spPr>
          <a:xfrm>
            <a:off x="6115050" y="1847850"/>
            <a:ext cx="2571750" cy="1143000"/>
          </a:xfrm>
          <a:prstGeom prst="roundRect">
            <a:avLst>
              <a:gd name="adj" fmla="val 6667"/>
            </a:avLst>
          </a:prstGeom>
          <a:solidFill>
            <a:srgbClr val="F7FAFB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C2DCF84-EB51-4F45-ACB8-529D0A183CD3}"/>
              </a:ext>
            </a:extLst>
          </p:cNvPr>
          <p:cNvSpPr>
            <a:spLocks noGrp="1"/>
          </p:cNvSpPr>
          <p:nvPr/>
        </p:nvSpPr>
        <p:spPr>
          <a:xfrm>
            <a:off x="6286500" y="1926765"/>
            <a:ext cx="400050" cy="4000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pic>
        <p:nvPicPr>
          <p:cNvPr id="73" name="图形 20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6391275" y="2031540"/>
            <a:ext cx="190500" cy="190500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BDDD2214-611D-404B-996C-24F362AC9DE7}"/>
              </a:ext>
            </a:extLst>
          </p:cNvPr>
          <p:cNvSpPr>
            <a:spLocks noGrp="1"/>
          </p:cNvSpPr>
          <p:nvPr/>
        </p:nvSpPr>
        <p:spPr>
          <a:xfrm>
            <a:off x="6838950" y="2047875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近期变化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8771390-4117-45D2-887F-BEDB866418C7}"/>
              </a:ext>
            </a:extLst>
          </p:cNvPr>
          <p:cNvSpPr>
            <a:spLocks noGrp="1"/>
          </p:cNvSpPr>
          <p:nvPr/>
        </p:nvSpPr>
        <p:spPr>
          <a:xfrm>
            <a:off x="6305550" y="25146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消费较个人基线下降62%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A48F923E-01EA-4B4C-8FEE-4F48159C71CE}"/>
              </a:ext>
            </a:extLst>
          </p:cNvPr>
          <p:cNvSpPr>
            <a:spLocks noGrp="1"/>
          </p:cNvSpPr>
          <p:nvPr/>
        </p:nvSpPr>
        <p:spPr>
          <a:xfrm>
            <a:off x="8915400" y="1847850"/>
            <a:ext cx="2571750" cy="1143000"/>
          </a:xfrm>
          <a:prstGeom prst="roundRect">
            <a:avLst>
              <a:gd name="adj" fmla="val 6667"/>
            </a:avLst>
          </a:prstGeom>
          <a:solidFill>
            <a:srgbClr val="F7FAFB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B39F4090-5F81-47AC-9A26-A054FF8434D1}"/>
              </a:ext>
            </a:extLst>
          </p:cNvPr>
          <p:cNvSpPr>
            <a:spLocks noGrp="1"/>
          </p:cNvSpPr>
          <p:nvPr/>
        </p:nvSpPr>
        <p:spPr>
          <a:xfrm>
            <a:off x="9086850" y="1926765"/>
            <a:ext cx="400050" cy="4000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pic>
        <p:nvPicPr>
          <p:cNvPr id="78" name="图形 25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9191625" y="2031540"/>
            <a:ext cx="190500" cy="190500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45BDD229-55F3-4669-8A57-1FD44A211423}"/>
              </a:ext>
            </a:extLst>
          </p:cNvPr>
          <p:cNvSpPr>
            <a:spLocks noGrp="1"/>
          </p:cNvSpPr>
          <p:nvPr/>
        </p:nvSpPr>
        <p:spPr>
          <a:xfrm>
            <a:off x="9639300" y="2047875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夜间行为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A6886C0-CBBA-484B-A53A-1DECFBB4DDC9}"/>
              </a:ext>
            </a:extLst>
          </p:cNvPr>
          <p:cNvSpPr>
            <a:spLocks noGrp="1"/>
          </p:cNvSpPr>
          <p:nvPr/>
        </p:nvSpPr>
        <p:spPr>
          <a:xfrm>
            <a:off x="9105900" y="25146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连续3夜深夜活跃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2DCBEBCB-CAE9-444C-80DE-630033585C10}"/>
              </a:ext>
            </a:extLst>
          </p:cNvPr>
          <p:cNvSpPr>
            <a:spLocks noGrp="1"/>
          </p:cNvSpPr>
          <p:nvPr/>
        </p:nvSpPr>
        <p:spPr>
          <a:xfrm>
            <a:off x="514350" y="3390900"/>
            <a:ext cx="7239000" cy="2247900"/>
          </a:xfrm>
          <a:prstGeom prst="roundRect">
            <a:avLst>
              <a:gd name="adj" fmla="val 3390"/>
            </a:avLst>
          </a:prstGeom>
          <a:solidFill>
            <a:srgbClr val="0B26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1F76061-FF01-4889-BE1D-6E6F6DCB2FB5}"/>
              </a:ext>
            </a:extLst>
          </p:cNvPr>
          <p:cNvSpPr>
            <a:spLocks noGrp="1"/>
          </p:cNvSpPr>
          <p:nvPr/>
        </p:nvSpPr>
        <p:spPr>
          <a:xfrm>
            <a:off x="800100" y="363855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79D7D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79D7D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系统生成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7D1FB67-A9C3-41F6-9BE9-A42F6C5E2DCC}"/>
              </a:ext>
            </a:extLst>
          </p:cNvPr>
          <p:cNvSpPr>
            <a:spLocks noGrp="1"/>
          </p:cNvSpPr>
          <p:nvPr/>
        </p:nvSpPr>
        <p:spPr>
          <a:xfrm>
            <a:off x="800100" y="4038600"/>
            <a:ext cx="371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毕业季专项关怀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6A697F5-5F94-4783-9114-DDEB1875E573}"/>
              </a:ext>
            </a:extLst>
          </p:cNvPr>
          <p:cNvSpPr>
            <a:spLocks noGrp="1"/>
          </p:cNvSpPr>
          <p:nvPr/>
        </p:nvSpPr>
        <p:spPr>
          <a:xfrm>
            <a:off x="800100" y="4629150"/>
            <a:ext cx="61912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C7D8D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C7D8D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解释：毕业年级存在学业与延毕关怀信号，近期消费下降且作息发生持续变化，建议优先核实论文进展、毕业安排与生活状态。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07128EB5-C188-4A58-96A6-365E2DFC6512}"/>
              </a:ext>
            </a:extLst>
          </p:cNvPr>
          <p:cNvSpPr>
            <a:spLocks noGrp="1"/>
          </p:cNvSpPr>
          <p:nvPr/>
        </p:nvSpPr>
        <p:spPr>
          <a:xfrm>
            <a:off x="8039100" y="3390900"/>
            <a:ext cx="3638550" cy="2247900"/>
          </a:xfrm>
          <a:prstGeom prst="roundRect">
            <a:avLst>
              <a:gd name="adj" fmla="val 3390"/>
            </a:avLst>
          </a:prstGeom>
          <a:solidFill>
            <a:srgbClr val="ECF7F2"/>
          </a:solidFill>
          <a:ln w="9525">
            <a:solidFill>
              <a:srgbClr val="B8E0CE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575D700-0AB1-4757-B2A1-36D7367418EF}"/>
              </a:ext>
            </a:extLst>
          </p:cNvPr>
          <p:cNvSpPr>
            <a:spLocks noGrp="1"/>
          </p:cNvSpPr>
          <p:nvPr/>
        </p:nvSpPr>
        <p:spPr>
          <a:xfrm>
            <a:off x="8324850" y="3638550"/>
            <a:ext cx="266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4FAF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4FAF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辅导员关爱路径</a:t>
            </a: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73E91D25-E289-4A27-BF1E-184203C57192}"/>
              </a:ext>
            </a:extLst>
          </p:cNvPr>
          <p:cNvSpPr>
            <a:spLocks noGrp="1"/>
          </p:cNvSpPr>
          <p:nvPr/>
        </p:nvSpPr>
        <p:spPr>
          <a:xfrm>
            <a:off x="8362950" y="4133850"/>
            <a:ext cx="209550" cy="209550"/>
          </a:xfrm>
          <a:prstGeom prst="ellipse">
            <a:avLst/>
          </a:prstGeom>
          <a:solidFill>
            <a:srgbClr val="4FAF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EF13E5C-BFBC-41B5-8FB3-159ECBAE855C}"/>
              </a:ext>
            </a:extLst>
          </p:cNvPr>
          <p:cNvSpPr>
            <a:spLocks noGrp="1"/>
          </p:cNvSpPr>
          <p:nvPr/>
        </p:nvSpPr>
        <p:spPr>
          <a:xfrm>
            <a:off x="8362950" y="4133850"/>
            <a:ext cx="209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1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7646EDB-A1F8-4833-9243-9E8285794B6A}"/>
              </a:ext>
            </a:extLst>
          </p:cNvPr>
          <p:cNvSpPr>
            <a:spLocks noGrp="1"/>
          </p:cNvSpPr>
          <p:nvPr/>
        </p:nvSpPr>
        <p:spPr>
          <a:xfrm>
            <a:off x="8686800" y="4124325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核实论文/答辩进展</a:t>
            </a: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3D5AF7D3-9561-424D-AF38-A8D9550AF813}"/>
              </a:ext>
            </a:extLst>
          </p:cNvPr>
          <p:cNvSpPr>
            <a:spLocks noGrp="1"/>
          </p:cNvSpPr>
          <p:nvPr/>
        </p:nvSpPr>
        <p:spPr>
          <a:xfrm>
            <a:off x="8362950" y="4467225"/>
            <a:ext cx="209550" cy="209550"/>
          </a:xfrm>
          <a:prstGeom prst="ellipse">
            <a:avLst/>
          </a:prstGeom>
          <a:solidFill>
            <a:srgbClr val="4FAF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DF17087-EB68-436D-BE61-77743011D4FF}"/>
              </a:ext>
            </a:extLst>
          </p:cNvPr>
          <p:cNvSpPr>
            <a:spLocks noGrp="1"/>
          </p:cNvSpPr>
          <p:nvPr/>
        </p:nvSpPr>
        <p:spPr>
          <a:xfrm>
            <a:off x="8362950" y="4467225"/>
            <a:ext cx="209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2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C9F08D6-82CE-427E-B710-AEBB14A765A7}"/>
              </a:ext>
            </a:extLst>
          </p:cNvPr>
          <p:cNvSpPr>
            <a:spLocks noGrp="1"/>
          </p:cNvSpPr>
          <p:nvPr/>
        </p:nvSpPr>
        <p:spPr>
          <a:xfrm>
            <a:off x="8686800" y="44577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了解就业与家庭压力</a:t>
            </a:r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0ED1C75C-5C24-4A7B-B44E-22102C5A46BB}"/>
              </a:ext>
            </a:extLst>
          </p:cNvPr>
          <p:cNvSpPr>
            <a:spLocks noGrp="1"/>
          </p:cNvSpPr>
          <p:nvPr/>
        </p:nvSpPr>
        <p:spPr>
          <a:xfrm>
            <a:off x="8362950" y="4800600"/>
            <a:ext cx="209550" cy="209550"/>
          </a:xfrm>
          <a:prstGeom prst="ellipse">
            <a:avLst/>
          </a:prstGeom>
          <a:solidFill>
            <a:srgbClr val="4FAF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6FB64A9-72EB-4A63-8E42-2152E40671F0}"/>
              </a:ext>
            </a:extLst>
          </p:cNvPr>
          <p:cNvSpPr>
            <a:spLocks noGrp="1"/>
          </p:cNvSpPr>
          <p:nvPr/>
        </p:nvSpPr>
        <p:spPr>
          <a:xfrm>
            <a:off x="8362950" y="4800600"/>
            <a:ext cx="209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3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EF0555D-7E58-415C-937C-4317B0E546F2}"/>
              </a:ext>
            </a:extLst>
          </p:cNvPr>
          <p:cNvSpPr>
            <a:spLocks noGrp="1"/>
          </p:cNvSpPr>
          <p:nvPr/>
        </p:nvSpPr>
        <p:spPr>
          <a:xfrm>
            <a:off x="8686800" y="4791075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联动导师、教务或心理支持</a:t>
            </a: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7B982321-3031-4834-9A1E-823F0BC80C5D}"/>
              </a:ext>
            </a:extLst>
          </p:cNvPr>
          <p:cNvSpPr>
            <a:spLocks noGrp="1"/>
          </p:cNvSpPr>
          <p:nvPr/>
        </p:nvSpPr>
        <p:spPr>
          <a:xfrm>
            <a:off x="8362950" y="5133975"/>
            <a:ext cx="209550" cy="209550"/>
          </a:xfrm>
          <a:prstGeom prst="ellipse">
            <a:avLst/>
          </a:prstGeom>
          <a:solidFill>
            <a:srgbClr val="4FAF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0030DAF-EB13-4DDC-918B-B1BB40BF0DE0}"/>
              </a:ext>
            </a:extLst>
          </p:cNvPr>
          <p:cNvSpPr>
            <a:spLocks noGrp="1"/>
          </p:cNvSpPr>
          <p:nvPr/>
        </p:nvSpPr>
        <p:spPr>
          <a:xfrm>
            <a:off x="8362950" y="5133975"/>
            <a:ext cx="209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4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3444FC1-5077-478E-BD79-1B120464CE8F}"/>
              </a:ext>
            </a:extLst>
          </p:cNvPr>
          <p:cNvSpPr>
            <a:spLocks noGrp="1"/>
          </p:cNvSpPr>
          <p:nvPr/>
        </p:nvSpPr>
        <p:spPr>
          <a:xfrm>
            <a:off x="8686800" y="51244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设置7天持续关注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6137A86-04EC-4AB6-9011-CFD8E5A12DDB}"/>
              </a:ext>
            </a:extLst>
          </p:cNvPr>
          <p:cNvSpPr>
            <a:spLocks noGrp="1"/>
          </p:cNvSpPr>
          <p:nvPr/>
        </p:nvSpPr>
        <p:spPr>
          <a:xfrm>
            <a:off x="2438400" y="5962650"/>
            <a:ext cx="7315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124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价值：从“临近毕业才发现”转向“压力累积阶段提前关怀”</a:t>
            </a:r>
          </a:p>
        </p:txBody>
      </p:sp>
    </p:spTree>
    <p:extLst>
      <p:ext uri="{BB962C8B-B14F-4D97-AF65-F5344CB8AC3E}">
        <p14:creationId xmlns:p14="http://schemas.microsoft.com/office/powerpoint/2010/main" val="344304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2D9C5F02-97AB-453E-AAA4-288E89DAC6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5-marker">
            <a:extLst>
              <a:ext uri="{FF2B5EF4-FFF2-40B4-BE49-F238E27FC236}">
                <a16:creationId xmlns:a16="http://schemas.microsoft.com/office/drawing/2014/main" id="{08ED1B98-741D-42FD-9F3D-B620C33403B2}"/>
              </a:ext>
            </a:extLst>
          </p:cNvPr>
          <p:cNvSpPr>
            <a:spLocks noGrp="1"/>
          </p:cNvSpPr>
          <p:nvPr/>
        </p:nvSpPr>
        <p:spPr>
          <a:xfrm>
            <a:off x="514350" y="419100"/>
            <a:ext cx="76200" cy="76200"/>
          </a:xfrm>
          <a:prstGeom prst="ellipse">
            <a:avLst/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5-label">
            <a:extLst>
              <a:ext uri="{FF2B5EF4-FFF2-40B4-BE49-F238E27FC236}">
                <a16:creationId xmlns:a16="http://schemas.microsoft.com/office/drawing/2014/main" id="{139EF0E3-C463-41C1-A851-6D6D7B170D89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1597A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597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场景二｜隐性经济压力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F66B5F7-7D2D-43F8-BF84-34AA58DD0017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477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625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低消费只有结合个人基线、困难身份与人工核实，才能转化为有尊严的资助关怀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1E4785-4BEC-4512-8829-BE7EC95F1F4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78909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78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学林知微 ScholarSense · 学生成长洞察与关爱协同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106BE36-20B5-4518-8AC2-C8DE8F42BE07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1">
                <a:solidFill>
                  <a:srgbClr val="78909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78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15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4D181EE1-5839-42D2-9470-D1C1D4B47BA0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5810250" cy="381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6B361D0-673A-4DBF-B4B4-A1C77EB38CE6}"/>
              </a:ext>
            </a:extLst>
          </p:cNvPr>
          <p:cNvSpPr>
            <a:spLocks noGrp="1"/>
          </p:cNvSpPr>
          <p:nvPr/>
        </p:nvSpPr>
        <p:spPr>
          <a:xfrm>
            <a:off x="781050" y="2095500"/>
            <a:ext cx="3238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dirty="0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近30日消费变化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B8A134A-74CA-4F56-88D2-F9DD0B136C8B}"/>
              </a:ext>
            </a:extLst>
          </p:cNvPr>
          <p:cNvSpPr>
            <a:spLocks noGrp="1"/>
          </p:cNvSpPr>
          <p:nvPr/>
        </p:nvSpPr>
        <p:spPr>
          <a:xfrm>
            <a:off x="781050" y="2400300"/>
            <a:ext cx="457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与本人历史基线比较，不以全校统一金额简单判断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3F9B275-28F2-47E9-9A7A-4D87D4815192}"/>
              </a:ext>
            </a:extLst>
          </p:cNvPr>
          <p:cNvSpPr>
            <a:spLocks noGrp="1"/>
          </p:cNvSpPr>
          <p:nvPr/>
        </p:nvSpPr>
        <p:spPr>
          <a:xfrm>
            <a:off x="800100" y="30099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个人历史餐均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79DC686-5E30-4402-AAB1-2005B6D9C436}"/>
              </a:ext>
            </a:extLst>
          </p:cNvPr>
          <p:cNvSpPr>
            <a:spLocks noGrp="1"/>
          </p:cNvSpPr>
          <p:nvPr/>
        </p:nvSpPr>
        <p:spPr>
          <a:xfrm>
            <a:off x="4800600" y="300990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1">
                <a:solidFill>
                  <a:srgbClr val="124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¥12.8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1F17BB34-C53F-415F-93E0-682242C82DC3}"/>
              </a:ext>
            </a:extLst>
          </p:cNvPr>
          <p:cNvSpPr>
            <a:spLocks noGrp="1"/>
          </p:cNvSpPr>
          <p:nvPr/>
        </p:nvSpPr>
        <p:spPr>
          <a:xfrm>
            <a:off x="800100" y="3276600"/>
            <a:ext cx="4762500" cy="76200"/>
          </a:xfrm>
          <a:prstGeom prst="roundRect">
            <a:avLst>
              <a:gd name="adj" fmla="val 50000"/>
            </a:avLst>
          </a:prstGeom>
          <a:solidFill>
            <a:srgbClr val="E6EE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79045704-D31C-4D44-A986-136F351DD81C}"/>
              </a:ext>
            </a:extLst>
          </p:cNvPr>
          <p:cNvSpPr>
            <a:spLocks noGrp="1"/>
          </p:cNvSpPr>
          <p:nvPr/>
        </p:nvSpPr>
        <p:spPr>
          <a:xfrm>
            <a:off x="800100" y="3276600"/>
            <a:ext cx="4354286" cy="76200"/>
          </a:xfrm>
          <a:prstGeom prst="roundRect">
            <a:avLst>
              <a:gd name="adj" fmla="val 50000"/>
            </a:avLst>
          </a:prstGeom>
          <a:solidFill>
            <a:srgbClr val="124E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4E851DE-F3BD-40FC-A92A-336714BCB88D}"/>
              </a:ext>
            </a:extLst>
          </p:cNvPr>
          <p:cNvSpPr>
            <a:spLocks noGrp="1"/>
          </p:cNvSpPr>
          <p:nvPr/>
        </p:nvSpPr>
        <p:spPr>
          <a:xfrm>
            <a:off x="800100" y="37338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近30日餐均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F4AD61C-F4BC-4198-AB24-A70C1201AA8C}"/>
              </a:ext>
            </a:extLst>
          </p:cNvPr>
          <p:cNvSpPr>
            <a:spLocks noGrp="1"/>
          </p:cNvSpPr>
          <p:nvPr/>
        </p:nvSpPr>
        <p:spPr>
          <a:xfrm>
            <a:off x="4800600" y="373380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1">
                <a:solidFill>
                  <a:srgbClr val="D97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D978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¥6.2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9625A521-47C8-4B50-9B8B-519EE20B156B}"/>
              </a:ext>
            </a:extLst>
          </p:cNvPr>
          <p:cNvSpPr>
            <a:spLocks noGrp="1"/>
          </p:cNvSpPr>
          <p:nvPr/>
        </p:nvSpPr>
        <p:spPr>
          <a:xfrm>
            <a:off x="800100" y="4000500"/>
            <a:ext cx="4762500" cy="76200"/>
          </a:xfrm>
          <a:prstGeom prst="roundRect">
            <a:avLst>
              <a:gd name="adj" fmla="val 50000"/>
            </a:avLst>
          </a:prstGeom>
          <a:solidFill>
            <a:srgbClr val="E6EE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ECF554C5-1998-4AB9-9D7C-8042CA34545C}"/>
              </a:ext>
            </a:extLst>
          </p:cNvPr>
          <p:cNvSpPr>
            <a:spLocks noGrp="1"/>
          </p:cNvSpPr>
          <p:nvPr/>
        </p:nvSpPr>
        <p:spPr>
          <a:xfrm>
            <a:off x="800100" y="4000500"/>
            <a:ext cx="2109107" cy="76200"/>
          </a:xfrm>
          <a:prstGeom prst="roundRect">
            <a:avLst>
              <a:gd name="adj" fmla="val 50000"/>
            </a:avLst>
          </a:prstGeom>
          <a:solidFill>
            <a:srgbClr val="D9783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00B9DA9-A174-4F42-9325-76E0AF1E02C3}"/>
              </a:ext>
            </a:extLst>
          </p:cNvPr>
          <p:cNvSpPr>
            <a:spLocks noGrp="1"/>
          </p:cNvSpPr>
          <p:nvPr/>
        </p:nvSpPr>
        <p:spPr>
          <a:xfrm>
            <a:off x="800100" y="44577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最近7日餐均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C332FDA-C0B3-406C-A0CC-46043E135022}"/>
              </a:ext>
            </a:extLst>
          </p:cNvPr>
          <p:cNvSpPr>
            <a:spLocks noGrp="1"/>
          </p:cNvSpPr>
          <p:nvPr/>
        </p:nvSpPr>
        <p:spPr>
          <a:xfrm>
            <a:off x="4800600" y="445770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1">
                <a:solidFill>
                  <a:srgbClr val="C94F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C94F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¥4.9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76D2E2AE-67CA-4C17-B409-CF130FB77141}"/>
              </a:ext>
            </a:extLst>
          </p:cNvPr>
          <p:cNvSpPr>
            <a:spLocks noGrp="1"/>
          </p:cNvSpPr>
          <p:nvPr/>
        </p:nvSpPr>
        <p:spPr>
          <a:xfrm>
            <a:off x="800100" y="4724400"/>
            <a:ext cx="4762500" cy="76200"/>
          </a:xfrm>
          <a:prstGeom prst="roundRect">
            <a:avLst>
              <a:gd name="adj" fmla="val 50000"/>
            </a:avLst>
          </a:prstGeom>
          <a:solidFill>
            <a:srgbClr val="E6EE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53E74E6D-FE78-46C7-B2A1-DBC5525ED2BF}"/>
              </a:ext>
            </a:extLst>
          </p:cNvPr>
          <p:cNvSpPr>
            <a:spLocks noGrp="1"/>
          </p:cNvSpPr>
          <p:nvPr/>
        </p:nvSpPr>
        <p:spPr>
          <a:xfrm>
            <a:off x="800100" y="4724400"/>
            <a:ext cx="1666875" cy="76200"/>
          </a:xfrm>
          <a:prstGeom prst="roundRect">
            <a:avLst>
              <a:gd name="adj" fmla="val 50000"/>
            </a:avLst>
          </a:prstGeom>
          <a:solidFill>
            <a:srgbClr val="C94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2ED55921-B07C-41F9-8BF0-55EA91B4117F}"/>
              </a:ext>
            </a:extLst>
          </p:cNvPr>
          <p:cNvSpPr>
            <a:spLocks noGrp="1"/>
          </p:cNvSpPr>
          <p:nvPr/>
        </p:nvSpPr>
        <p:spPr>
          <a:xfrm>
            <a:off x="800100" y="5048250"/>
            <a:ext cx="1428750" cy="285750"/>
          </a:xfrm>
          <a:prstGeom prst="roundRect">
            <a:avLst>
              <a:gd name="adj" fmla="val 26667"/>
            </a:avLst>
          </a:prstGeom>
          <a:solidFill>
            <a:srgbClr val="D9783E">
              <a:alpha val="7059"/>
            </a:srgbClr>
          </a:solidFill>
          <a:ln w="9525">
            <a:solidFill>
              <a:srgbClr val="D9783E">
                <a:alpha val="26667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B40B914-9C45-434A-8E19-81252ACA9356}"/>
              </a:ext>
            </a:extLst>
          </p:cNvPr>
          <p:cNvSpPr>
            <a:spLocks noGrp="1"/>
          </p:cNvSpPr>
          <p:nvPr/>
        </p:nvSpPr>
        <p:spPr>
          <a:xfrm>
            <a:off x="800100" y="5057775"/>
            <a:ext cx="1428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D97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D978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连续一个月低消费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0F9A34CD-63BA-432C-BE13-1AF3F5C77631}"/>
              </a:ext>
            </a:extLst>
          </p:cNvPr>
          <p:cNvSpPr>
            <a:spLocks noGrp="1"/>
          </p:cNvSpPr>
          <p:nvPr/>
        </p:nvSpPr>
        <p:spPr>
          <a:xfrm>
            <a:off x="2343150" y="5048250"/>
            <a:ext cx="1428750" cy="285750"/>
          </a:xfrm>
          <a:prstGeom prst="roundRect">
            <a:avLst>
              <a:gd name="adj" fmla="val 26667"/>
            </a:avLst>
          </a:prstGeom>
          <a:solidFill>
            <a:srgbClr val="6E6AAE">
              <a:alpha val="7059"/>
            </a:srgbClr>
          </a:solidFill>
          <a:ln w="9525">
            <a:solidFill>
              <a:srgbClr val="6E6AAE">
                <a:alpha val="26667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D176584-9EEA-438A-9BEF-68728F016D07}"/>
              </a:ext>
            </a:extLst>
          </p:cNvPr>
          <p:cNvSpPr>
            <a:spLocks noGrp="1"/>
          </p:cNvSpPr>
          <p:nvPr/>
        </p:nvSpPr>
        <p:spPr>
          <a:xfrm>
            <a:off x="2343150" y="5057775"/>
            <a:ext cx="1428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6E6AA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6E6AA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困难学生（授权）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1048503E-F620-4102-A8BD-39FD8EDDC5BC}"/>
              </a:ext>
            </a:extLst>
          </p:cNvPr>
          <p:cNvSpPr>
            <a:spLocks noGrp="1"/>
          </p:cNvSpPr>
          <p:nvPr/>
        </p:nvSpPr>
        <p:spPr>
          <a:xfrm>
            <a:off x="3886200" y="5048250"/>
            <a:ext cx="1238250" cy="285750"/>
          </a:xfrm>
          <a:prstGeom prst="roundRect">
            <a:avLst>
              <a:gd name="adj" fmla="val 26667"/>
            </a:avLst>
          </a:prstGeom>
          <a:solidFill>
            <a:srgbClr val="4FAF83">
              <a:alpha val="7059"/>
            </a:srgbClr>
          </a:solidFill>
          <a:ln w="9525">
            <a:solidFill>
              <a:srgbClr val="4FAF83">
                <a:alpha val="26667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CB8E9D2-3DFE-4BE3-A763-D39F005D9420}"/>
              </a:ext>
            </a:extLst>
          </p:cNvPr>
          <p:cNvSpPr>
            <a:spLocks noGrp="1"/>
          </p:cNvSpPr>
          <p:nvPr/>
        </p:nvSpPr>
        <p:spPr>
          <a:xfrm>
            <a:off x="3886200" y="5057775"/>
            <a:ext cx="12382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4FAF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4FAF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无请假/实习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DF15C50C-8305-42F3-AC5E-EDCE7F81CB8C}"/>
              </a:ext>
            </a:extLst>
          </p:cNvPr>
          <p:cNvSpPr>
            <a:spLocks noGrp="1"/>
          </p:cNvSpPr>
          <p:nvPr/>
        </p:nvSpPr>
        <p:spPr>
          <a:xfrm>
            <a:off x="6610350" y="1847850"/>
            <a:ext cx="5067300" cy="3810000"/>
          </a:xfrm>
          <a:prstGeom prst="roundRect">
            <a:avLst>
              <a:gd name="adj" fmla="val 2000"/>
            </a:avLst>
          </a:prstGeom>
          <a:solidFill>
            <a:srgbClr val="0B26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4F77BF9-363D-4A9A-99E5-4A43C0092774}"/>
              </a:ext>
            </a:extLst>
          </p:cNvPr>
          <p:cNvSpPr>
            <a:spLocks noGrp="1"/>
          </p:cNvSpPr>
          <p:nvPr/>
        </p:nvSpPr>
        <p:spPr>
          <a:xfrm>
            <a:off x="6934200" y="2095500"/>
            <a:ext cx="228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79D7D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79D7D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从线索到帮助</a:t>
            </a: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B92EBA83-7D69-41B5-AE6C-82D0CD0F2B4E}"/>
              </a:ext>
            </a:extLst>
          </p:cNvPr>
          <p:cNvSpPr>
            <a:spLocks noGrp="1"/>
          </p:cNvSpPr>
          <p:nvPr/>
        </p:nvSpPr>
        <p:spPr>
          <a:xfrm>
            <a:off x="6953250" y="2667000"/>
            <a:ext cx="323850" cy="323850"/>
          </a:xfrm>
          <a:prstGeom prst="ellipse">
            <a:avLst/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3E6F800-6398-43FC-9441-63E7BFABBC75}"/>
              </a:ext>
            </a:extLst>
          </p:cNvPr>
          <p:cNvSpPr>
            <a:spLocks noGrp="1"/>
          </p:cNvSpPr>
          <p:nvPr/>
        </p:nvSpPr>
        <p:spPr>
          <a:xfrm>
            <a:off x="6953250" y="2667000"/>
            <a:ext cx="323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01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B3D068F-2DD5-4C2A-B9CD-9B8A3DD55541}"/>
              </a:ext>
            </a:extLst>
          </p:cNvPr>
          <p:cNvSpPr>
            <a:spLocks noGrp="1"/>
          </p:cNvSpPr>
          <p:nvPr/>
        </p:nvSpPr>
        <p:spPr>
          <a:xfrm>
            <a:off x="7429500" y="26479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规则提示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53FAF49-7E3C-4B53-9BEB-BC93266771F1}"/>
              </a:ext>
            </a:extLst>
          </p:cNvPr>
          <p:cNvSpPr>
            <a:spLocks noGrp="1"/>
          </p:cNvSpPr>
          <p:nvPr/>
        </p:nvSpPr>
        <p:spPr>
          <a:xfrm>
            <a:off x="7429500" y="2905125"/>
            <a:ext cx="3790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BFD0D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BFD0D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连续低消费 + 较个人基线明显下降</a:t>
            </a: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C011107C-86C8-4F3F-966C-7A8B4AB38EB4}"/>
              </a:ext>
            </a:extLst>
          </p:cNvPr>
          <p:cNvSpPr>
            <a:spLocks noGrp="1"/>
          </p:cNvSpPr>
          <p:nvPr/>
        </p:nvSpPr>
        <p:spPr>
          <a:xfrm>
            <a:off x="6953250" y="3352800"/>
            <a:ext cx="323850" cy="323850"/>
          </a:xfrm>
          <a:prstGeom prst="ellipse">
            <a:avLst/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D528438-32CE-441F-BFF7-1B085CFFD4EF}"/>
              </a:ext>
            </a:extLst>
          </p:cNvPr>
          <p:cNvSpPr>
            <a:spLocks noGrp="1"/>
          </p:cNvSpPr>
          <p:nvPr/>
        </p:nvSpPr>
        <p:spPr>
          <a:xfrm>
            <a:off x="6953250" y="3352800"/>
            <a:ext cx="323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02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9360914-203F-4E93-916A-B867E5229C92}"/>
              </a:ext>
            </a:extLst>
          </p:cNvPr>
          <p:cNvSpPr>
            <a:spLocks noGrp="1"/>
          </p:cNvSpPr>
          <p:nvPr/>
        </p:nvSpPr>
        <p:spPr>
          <a:xfrm>
            <a:off x="7429500" y="33337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人工核实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6297885-08C8-4862-B822-B50009BF1809}"/>
              </a:ext>
            </a:extLst>
          </p:cNvPr>
          <p:cNvSpPr>
            <a:spLocks noGrp="1"/>
          </p:cNvSpPr>
          <p:nvPr/>
        </p:nvSpPr>
        <p:spPr>
          <a:xfrm>
            <a:off x="7429500" y="3590925"/>
            <a:ext cx="3790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BFD0D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BFD0D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排除节食、校外就餐、借卡、系统漏数</a:t>
            </a: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1C7A5735-E220-4B93-B3D1-39E3E106BBFE}"/>
              </a:ext>
            </a:extLst>
          </p:cNvPr>
          <p:cNvSpPr>
            <a:spLocks noGrp="1"/>
          </p:cNvSpPr>
          <p:nvPr/>
        </p:nvSpPr>
        <p:spPr>
          <a:xfrm>
            <a:off x="6953250" y="4038600"/>
            <a:ext cx="323850" cy="323850"/>
          </a:xfrm>
          <a:prstGeom prst="ellipse">
            <a:avLst/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B45F83A-5759-450D-9F38-099846C23C5A}"/>
              </a:ext>
            </a:extLst>
          </p:cNvPr>
          <p:cNvSpPr>
            <a:spLocks noGrp="1"/>
          </p:cNvSpPr>
          <p:nvPr/>
        </p:nvSpPr>
        <p:spPr>
          <a:xfrm>
            <a:off x="6953250" y="4038600"/>
            <a:ext cx="323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03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814B71C-B2CD-43E7-88A3-30C904BF31DB}"/>
              </a:ext>
            </a:extLst>
          </p:cNvPr>
          <p:cNvSpPr>
            <a:spLocks noGrp="1"/>
          </p:cNvSpPr>
          <p:nvPr/>
        </p:nvSpPr>
        <p:spPr>
          <a:xfrm>
            <a:off x="7429500" y="40195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关爱介入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CC1406D-5181-4C29-AF4C-3A20AEAAE046}"/>
              </a:ext>
            </a:extLst>
          </p:cNvPr>
          <p:cNvSpPr>
            <a:spLocks noGrp="1"/>
          </p:cNvSpPr>
          <p:nvPr/>
        </p:nvSpPr>
        <p:spPr>
          <a:xfrm>
            <a:off x="7429500" y="4276725"/>
            <a:ext cx="3790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BFD0D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BFD0D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了解经济压力与生活状态，匹配资助政策</a:t>
            </a: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953DB901-02BD-4873-9B38-CD454EE67F48}"/>
              </a:ext>
            </a:extLst>
          </p:cNvPr>
          <p:cNvSpPr>
            <a:spLocks noGrp="1"/>
          </p:cNvSpPr>
          <p:nvPr/>
        </p:nvSpPr>
        <p:spPr>
          <a:xfrm>
            <a:off x="6953250" y="4724400"/>
            <a:ext cx="323850" cy="323850"/>
          </a:xfrm>
          <a:prstGeom prst="ellipse">
            <a:avLst/>
          </a:prstGeom>
          <a:solidFill>
            <a:srgbClr val="4FAF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52F1497-6ED1-436C-9BE3-4458B8BD9BFD}"/>
              </a:ext>
            </a:extLst>
          </p:cNvPr>
          <p:cNvSpPr>
            <a:spLocks noGrp="1"/>
          </p:cNvSpPr>
          <p:nvPr/>
        </p:nvSpPr>
        <p:spPr>
          <a:xfrm>
            <a:off x="6953250" y="4724400"/>
            <a:ext cx="323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04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B1FB0B2-957E-4E86-95EE-6FA9D63655BD}"/>
              </a:ext>
            </a:extLst>
          </p:cNvPr>
          <p:cNvSpPr>
            <a:spLocks noGrp="1"/>
          </p:cNvSpPr>
          <p:nvPr/>
        </p:nvSpPr>
        <p:spPr>
          <a:xfrm>
            <a:off x="7429500" y="47053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保护尊严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E15B7D8-9900-4B17-806C-F5C96C608527}"/>
              </a:ext>
            </a:extLst>
          </p:cNvPr>
          <p:cNvSpPr>
            <a:spLocks noGrp="1"/>
          </p:cNvSpPr>
          <p:nvPr/>
        </p:nvSpPr>
        <p:spPr>
          <a:xfrm>
            <a:off x="7429500" y="4962525"/>
            <a:ext cx="3790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BFD0D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BFD0D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补助方式、沟通内容和标签按最小范围可见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559A315-86F6-4D05-AA6E-07C8F3B6A5FC}"/>
              </a:ext>
            </a:extLst>
          </p:cNvPr>
          <p:cNvSpPr>
            <a:spLocks noGrp="1"/>
          </p:cNvSpPr>
          <p:nvPr/>
        </p:nvSpPr>
        <p:spPr>
          <a:xfrm>
            <a:off x="3162300" y="5962650"/>
            <a:ext cx="5867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1">
                <a:solidFill>
                  <a:srgbClr val="4FAF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dirty="0" err="1">
                <a:solidFill>
                  <a:srgbClr val="4FAF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产品底线：模型只找线索，不给学生贴“贫困”标签</a:t>
            </a:r>
            <a:r>
              <a:rPr sz="1350" b="1" dirty="0">
                <a:solidFill>
                  <a:srgbClr val="4FAF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23644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16-marker">
            <a:extLst>
              <a:ext uri="{FF2B5EF4-FFF2-40B4-BE49-F238E27FC236}">
                <a16:creationId xmlns:a16="http://schemas.microsoft.com/office/drawing/2014/main" id="{7F2B7042-E63C-4015-9309-8AC54F4ABD90}"/>
              </a:ext>
            </a:extLst>
          </p:cNvPr>
          <p:cNvSpPr>
            <a:spLocks noGrp="1"/>
          </p:cNvSpPr>
          <p:nvPr/>
        </p:nvSpPr>
        <p:spPr>
          <a:xfrm>
            <a:off x="514350" y="419100"/>
            <a:ext cx="76200" cy="76200"/>
          </a:xfrm>
          <a:prstGeom prst="ellipse">
            <a:avLst/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6-label">
            <a:extLst>
              <a:ext uri="{FF2B5EF4-FFF2-40B4-BE49-F238E27FC236}">
                <a16:creationId xmlns:a16="http://schemas.microsoft.com/office/drawing/2014/main" id="{A3731C5F-BD28-479F-919D-26051F8E14F5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1597A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597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场景三｜住宿安全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D501744-BAD8-4457-94A8-7DF57515912F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477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625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 dirty="0" err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无门禁不是结论：必须排除请假、实习、校外住宿与设备故障后再联系核实</a:t>
            </a:r>
            <a:endParaRPr sz="2625" b="1" dirty="0">
              <a:solidFill>
                <a:srgbClr val="0B263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A10CC47-5946-4412-B76B-C3D11460EAB9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78909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78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学林知微 ScholarSense · 学生成长洞察与关爱协同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5CB3463-6923-407B-9B29-7403D5F4B817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1">
                <a:solidFill>
                  <a:srgbClr val="78909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78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16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704B037-6E9C-45A1-A1C7-1DB73F780CC9}"/>
              </a:ext>
            </a:extLst>
          </p:cNvPr>
          <p:cNvSpPr>
            <a:spLocks noGrp="1"/>
          </p:cNvSpPr>
          <p:nvPr/>
        </p:nvSpPr>
        <p:spPr>
          <a:xfrm>
            <a:off x="1123950" y="2724150"/>
            <a:ext cx="8286750" cy="38100"/>
          </a:xfrm>
          <a:prstGeom prst="rect">
            <a:avLst/>
          </a:prstGeom>
          <a:solidFill>
            <a:srgbClr val="D7E3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30FCDDB1-889A-4D41-ACB3-2FA02FE50FA8}"/>
              </a:ext>
            </a:extLst>
          </p:cNvPr>
          <p:cNvSpPr>
            <a:spLocks noGrp="1"/>
          </p:cNvSpPr>
          <p:nvPr/>
        </p:nvSpPr>
        <p:spPr>
          <a:xfrm>
            <a:off x="952500" y="2514600"/>
            <a:ext cx="457200" cy="457200"/>
          </a:xfrm>
          <a:prstGeom prst="ellipse">
            <a:avLst/>
          </a:prstGeom>
          <a:solidFill>
            <a:srgbClr val="124E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5FE82A4-1396-40D6-A705-29EED1EE3127}"/>
              </a:ext>
            </a:extLst>
          </p:cNvPr>
          <p:cNvSpPr>
            <a:spLocks noGrp="1"/>
          </p:cNvSpPr>
          <p:nvPr/>
        </p:nvSpPr>
        <p:spPr>
          <a:xfrm>
            <a:off x="952500" y="2514600"/>
            <a:ext cx="457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D-5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C57D912-4953-4D2F-B354-43D8EF1D178A}"/>
              </a:ext>
            </a:extLst>
          </p:cNvPr>
          <p:cNvSpPr>
            <a:spLocks noGrp="1"/>
          </p:cNvSpPr>
          <p:nvPr/>
        </p:nvSpPr>
        <p:spPr>
          <a:xfrm>
            <a:off x="438150" y="3143250"/>
            <a:ext cx="1485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00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 dirty="0" err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最后一次宿舍门禁</a:t>
            </a:r>
            <a:endParaRPr sz="1200" b="1" dirty="0">
              <a:solidFill>
                <a:srgbClr val="0B263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9975F6B-9153-45D0-9B5B-CAEDA6B3EEFE}"/>
              </a:ext>
            </a:extLst>
          </p:cNvPr>
          <p:cNvSpPr>
            <a:spLocks noGrp="1"/>
          </p:cNvSpPr>
          <p:nvPr/>
        </p:nvSpPr>
        <p:spPr>
          <a:xfrm>
            <a:off x="285750" y="3448050"/>
            <a:ext cx="1790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21:13 正常进入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F5295A5-CF21-4D43-8AF3-6502A35818EB}"/>
              </a:ext>
            </a:extLst>
          </p:cNvPr>
          <p:cNvSpPr>
            <a:spLocks noGrp="1"/>
          </p:cNvSpPr>
          <p:nvPr/>
        </p:nvSpPr>
        <p:spPr>
          <a:xfrm>
            <a:off x="3476625" y="2514600"/>
            <a:ext cx="457200" cy="457200"/>
          </a:xfrm>
          <a:prstGeom prst="ellipse">
            <a:avLst/>
          </a:prstGeom>
          <a:solidFill>
            <a:srgbClr val="E3A7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80D77EC-9CDA-411A-AD36-784F33613F0A}"/>
              </a:ext>
            </a:extLst>
          </p:cNvPr>
          <p:cNvSpPr>
            <a:spLocks noGrp="1"/>
          </p:cNvSpPr>
          <p:nvPr/>
        </p:nvSpPr>
        <p:spPr>
          <a:xfrm>
            <a:off x="3476625" y="2514600"/>
            <a:ext cx="457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D-3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8AF9E69-E49C-4ECB-8DFE-2B9ECADDD962}"/>
              </a:ext>
            </a:extLst>
          </p:cNvPr>
          <p:cNvSpPr>
            <a:spLocks noGrp="1"/>
          </p:cNvSpPr>
          <p:nvPr/>
        </p:nvSpPr>
        <p:spPr>
          <a:xfrm>
            <a:off x="2962275" y="3143250"/>
            <a:ext cx="1485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00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达到提醒阈值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841359C-38AE-4E61-96DD-C1F24F7D8787}"/>
              </a:ext>
            </a:extLst>
          </p:cNvPr>
          <p:cNvSpPr>
            <a:spLocks noGrp="1"/>
          </p:cNvSpPr>
          <p:nvPr/>
        </p:nvSpPr>
        <p:spPr>
          <a:xfrm>
            <a:off x="2809875" y="3448050"/>
            <a:ext cx="1790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连续3天无校门/宿舍记录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EDD5BA96-BFEC-4313-AC50-11E309A0B582}"/>
              </a:ext>
            </a:extLst>
          </p:cNvPr>
          <p:cNvSpPr>
            <a:spLocks noGrp="1"/>
          </p:cNvSpPr>
          <p:nvPr/>
        </p:nvSpPr>
        <p:spPr>
          <a:xfrm>
            <a:off x="6000750" y="2514600"/>
            <a:ext cx="457200" cy="457200"/>
          </a:xfrm>
          <a:prstGeom prst="ellipse">
            <a:avLst/>
          </a:prstGeom>
          <a:solidFill>
            <a:srgbClr val="D9783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B0B1F5A-4BC2-4A9C-A656-FE9DFF96BC96}"/>
              </a:ext>
            </a:extLst>
          </p:cNvPr>
          <p:cNvSpPr>
            <a:spLocks noGrp="1"/>
          </p:cNvSpPr>
          <p:nvPr/>
        </p:nvSpPr>
        <p:spPr>
          <a:xfrm>
            <a:off x="6000750" y="2514600"/>
            <a:ext cx="457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D-1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004B353-BD42-4413-9B36-FC8E3D7BA1FF}"/>
              </a:ext>
            </a:extLst>
          </p:cNvPr>
          <p:cNvSpPr>
            <a:spLocks noGrp="1"/>
          </p:cNvSpPr>
          <p:nvPr/>
        </p:nvSpPr>
        <p:spPr>
          <a:xfrm>
            <a:off x="5486400" y="3143250"/>
            <a:ext cx="1485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00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多源核验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5CBCEF-1F83-4DF4-929B-EAC5A9A4669E}"/>
              </a:ext>
            </a:extLst>
          </p:cNvPr>
          <p:cNvSpPr>
            <a:spLocks noGrp="1"/>
          </p:cNvSpPr>
          <p:nvPr/>
        </p:nvSpPr>
        <p:spPr>
          <a:xfrm>
            <a:off x="5334000" y="3448050"/>
            <a:ext cx="1790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未匹配请假、实习或住宿变更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B29D0946-3FC5-416D-9119-86D42BDACC29}"/>
              </a:ext>
            </a:extLst>
          </p:cNvPr>
          <p:cNvSpPr>
            <a:spLocks noGrp="1"/>
          </p:cNvSpPr>
          <p:nvPr/>
        </p:nvSpPr>
        <p:spPr>
          <a:xfrm>
            <a:off x="8524875" y="2514600"/>
            <a:ext cx="457200" cy="457200"/>
          </a:xfrm>
          <a:prstGeom prst="ellipse">
            <a:avLst/>
          </a:prstGeom>
          <a:solidFill>
            <a:srgbClr val="C94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9D32B5F-6633-4F14-86AC-AB1E58F015F0}"/>
              </a:ext>
            </a:extLst>
          </p:cNvPr>
          <p:cNvSpPr>
            <a:spLocks noGrp="1"/>
          </p:cNvSpPr>
          <p:nvPr/>
        </p:nvSpPr>
        <p:spPr>
          <a:xfrm>
            <a:off x="8524875" y="2514600"/>
            <a:ext cx="457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D0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52227FE-7603-4E04-ACB6-E067E9648F82}"/>
              </a:ext>
            </a:extLst>
          </p:cNvPr>
          <p:cNvSpPr>
            <a:spLocks noGrp="1"/>
          </p:cNvSpPr>
          <p:nvPr/>
        </p:nvSpPr>
        <p:spPr>
          <a:xfrm>
            <a:off x="8010525" y="3143250"/>
            <a:ext cx="1485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00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生成中关怀线索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C618E32-CF23-4837-AECC-6F75D5D140A2}"/>
              </a:ext>
            </a:extLst>
          </p:cNvPr>
          <p:cNvSpPr>
            <a:spLocks noGrp="1"/>
          </p:cNvSpPr>
          <p:nvPr/>
        </p:nvSpPr>
        <p:spPr>
          <a:xfrm>
            <a:off x="7858125" y="3448050"/>
            <a:ext cx="1790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建议48小时内联系核实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FC5737F0-412D-4ACD-A737-66D942761250}"/>
              </a:ext>
            </a:extLst>
          </p:cNvPr>
          <p:cNvSpPr>
            <a:spLocks noGrp="1"/>
          </p:cNvSpPr>
          <p:nvPr/>
        </p:nvSpPr>
        <p:spPr>
          <a:xfrm>
            <a:off x="9677400" y="1924050"/>
            <a:ext cx="2000250" cy="2438400"/>
          </a:xfrm>
          <a:prstGeom prst="roundRect">
            <a:avLst>
              <a:gd name="adj" fmla="val 3810"/>
            </a:avLst>
          </a:prstGeom>
          <a:solidFill>
            <a:srgbClr val="F7FAFB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B97BFA1-9F1D-4C4C-8D76-CDB673FD13B0}"/>
              </a:ext>
            </a:extLst>
          </p:cNvPr>
          <p:cNvSpPr>
            <a:spLocks noGrp="1"/>
          </p:cNvSpPr>
          <p:nvPr/>
        </p:nvSpPr>
        <p:spPr>
          <a:xfrm>
            <a:off x="9925050" y="21526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124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排除清单</a:t>
            </a: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8AD68D03-6E22-4490-A04C-B12D40550E95}"/>
              </a:ext>
            </a:extLst>
          </p:cNvPr>
          <p:cNvSpPr>
            <a:spLocks noGrp="1"/>
          </p:cNvSpPr>
          <p:nvPr/>
        </p:nvSpPr>
        <p:spPr>
          <a:xfrm>
            <a:off x="9944100" y="2647950"/>
            <a:ext cx="171450" cy="171450"/>
          </a:xfrm>
          <a:prstGeom prst="ellipse">
            <a:avLst/>
          </a:prstGeom>
          <a:solidFill>
            <a:srgbClr val="4FAF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EF8CD98-C4D2-4103-A8CF-17EA2B7E1C84}"/>
              </a:ext>
            </a:extLst>
          </p:cNvPr>
          <p:cNvSpPr>
            <a:spLocks noGrp="1"/>
          </p:cNvSpPr>
          <p:nvPr/>
        </p:nvSpPr>
        <p:spPr>
          <a:xfrm>
            <a:off x="9944100" y="264795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✓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E855885-F509-476B-9ABE-E3E64BAD11AD}"/>
              </a:ext>
            </a:extLst>
          </p:cNvPr>
          <p:cNvSpPr>
            <a:spLocks noGrp="1"/>
          </p:cNvSpPr>
          <p:nvPr/>
        </p:nvSpPr>
        <p:spPr>
          <a:xfrm>
            <a:off x="10229850" y="2628900"/>
            <a:ext cx="1219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请假审批</a:t>
            </a: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B15E6E91-4153-4815-B570-307CE7F779F7}"/>
              </a:ext>
            </a:extLst>
          </p:cNvPr>
          <p:cNvSpPr>
            <a:spLocks noGrp="1"/>
          </p:cNvSpPr>
          <p:nvPr/>
        </p:nvSpPr>
        <p:spPr>
          <a:xfrm>
            <a:off x="9944100" y="2971800"/>
            <a:ext cx="171450" cy="171450"/>
          </a:xfrm>
          <a:prstGeom prst="ellipse">
            <a:avLst/>
          </a:prstGeom>
          <a:solidFill>
            <a:srgbClr val="4FAF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AE68820-8979-4173-BC00-81549F199662}"/>
              </a:ext>
            </a:extLst>
          </p:cNvPr>
          <p:cNvSpPr>
            <a:spLocks noGrp="1"/>
          </p:cNvSpPr>
          <p:nvPr/>
        </p:nvSpPr>
        <p:spPr>
          <a:xfrm>
            <a:off x="9944100" y="297180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✓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5D00231-D790-4B2C-B7AA-5458E08E4EED}"/>
              </a:ext>
            </a:extLst>
          </p:cNvPr>
          <p:cNvSpPr>
            <a:spLocks noGrp="1"/>
          </p:cNvSpPr>
          <p:nvPr/>
        </p:nvSpPr>
        <p:spPr>
          <a:xfrm>
            <a:off x="10229850" y="2952750"/>
            <a:ext cx="1219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校外实习</a:t>
            </a: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D5846B8F-CCF2-495E-B4B9-88B6B5FC8D2B}"/>
              </a:ext>
            </a:extLst>
          </p:cNvPr>
          <p:cNvSpPr>
            <a:spLocks noGrp="1"/>
          </p:cNvSpPr>
          <p:nvPr/>
        </p:nvSpPr>
        <p:spPr>
          <a:xfrm>
            <a:off x="9944100" y="3295650"/>
            <a:ext cx="171450" cy="171450"/>
          </a:xfrm>
          <a:prstGeom prst="ellipse">
            <a:avLst/>
          </a:prstGeom>
          <a:solidFill>
            <a:srgbClr val="4FAF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039FABC-999A-488C-A700-929F236CA8AE}"/>
              </a:ext>
            </a:extLst>
          </p:cNvPr>
          <p:cNvSpPr>
            <a:spLocks noGrp="1"/>
          </p:cNvSpPr>
          <p:nvPr/>
        </p:nvSpPr>
        <p:spPr>
          <a:xfrm>
            <a:off x="9944100" y="329565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✓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63C5A87-F533-4C78-8FBA-D4B5650749DE}"/>
              </a:ext>
            </a:extLst>
          </p:cNvPr>
          <p:cNvSpPr>
            <a:spLocks noGrp="1"/>
          </p:cNvSpPr>
          <p:nvPr/>
        </p:nvSpPr>
        <p:spPr>
          <a:xfrm>
            <a:off x="10229850" y="3276600"/>
            <a:ext cx="1219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校外住宿</a:t>
            </a: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501A43CF-17E8-4417-8201-5048967C65D4}"/>
              </a:ext>
            </a:extLst>
          </p:cNvPr>
          <p:cNvSpPr>
            <a:spLocks noGrp="1"/>
          </p:cNvSpPr>
          <p:nvPr/>
        </p:nvSpPr>
        <p:spPr>
          <a:xfrm>
            <a:off x="9944100" y="3619500"/>
            <a:ext cx="171450" cy="171450"/>
          </a:xfrm>
          <a:prstGeom prst="ellipse">
            <a:avLst/>
          </a:prstGeom>
          <a:solidFill>
            <a:srgbClr val="4FAF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A013F0A-87C9-4295-85EE-E66C1CDDD5F6}"/>
              </a:ext>
            </a:extLst>
          </p:cNvPr>
          <p:cNvSpPr>
            <a:spLocks noGrp="1"/>
          </p:cNvSpPr>
          <p:nvPr/>
        </p:nvSpPr>
        <p:spPr>
          <a:xfrm>
            <a:off x="9944100" y="361950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✓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CDB829D-94E0-44BD-858F-13312869FF28}"/>
              </a:ext>
            </a:extLst>
          </p:cNvPr>
          <p:cNvSpPr>
            <a:spLocks noGrp="1"/>
          </p:cNvSpPr>
          <p:nvPr/>
        </p:nvSpPr>
        <p:spPr>
          <a:xfrm>
            <a:off x="10229850" y="3600450"/>
            <a:ext cx="1219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 dirty="0" err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宿舍无门禁覆盖</a:t>
            </a:r>
            <a:endParaRPr sz="900" b="1" dirty="0">
              <a:solidFill>
                <a:srgbClr val="17313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722D1B7B-7860-4768-925F-06429A3439F7}"/>
              </a:ext>
            </a:extLst>
          </p:cNvPr>
          <p:cNvSpPr>
            <a:spLocks noGrp="1"/>
          </p:cNvSpPr>
          <p:nvPr/>
        </p:nvSpPr>
        <p:spPr>
          <a:xfrm>
            <a:off x="9944100" y="3943350"/>
            <a:ext cx="171450" cy="171450"/>
          </a:xfrm>
          <a:prstGeom prst="ellipse">
            <a:avLst/>
          </a:prstGeom>
          <a:solidFill>
            <a:srgbClr val="4FAF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2DB9571-34A9-4647-A230-1A7F4B2F0244}"/>
              </a:ext>
            </a:extLst>
          </p:cNvPr>
          <p:cNvSpPr>
            <a:spLocks noGrp="1"/>
          </p:cNvSpPr>
          <p:nvPr/>
        </p:nvSpPr>
        <p:spPr>
          <a:xfrm>
            <a:off x="9944100" y="394335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✓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98AA731-D752-4D6F-A3E2-B64CDEBF9741}"/>
              </a:ext>
            </a:extLst>
          </p:cNvPr>
          <p:cNvSpPr>
            <a:spLocks noGrp="1"/>
          </p:cNvSpPr>
          <p:nvPr/>
        </p:nvSpPr>
        <p:spPr>
          <a:xfrm>
            <a:off x="10229850" y="3924300"/>
            <a:ext cx="1219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设备/接口故障</a:t>
            </a:r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F5253DD5-FB78-4CDA-81AF-BC886CFF3F20}"/>
              </a:ext>
            </a:extLst>
          </p:cNvPr>
          <p:cNvSpPr>
            <a:spLocks noGrp="1"/>
          </p:cNvSpPr>
          <p:nvPr/>
        </p:nvSpPr>
        <p:spPr>
          <a:xfrm>
            <a:off x="514350" y="4410342"/>
            <a:ext cx="11163300" cy="1143000"/>
          </a:xfrm>
          <a:prstGeom prst="roundRect">
            <a:avLst>
              <a:gd name="adj" fmla="val 6667"/>
            </a:avLst>
          </a:prstGeom>
          <a:solidFill>
            <a:srgbClr val="0B26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90" name="图形 4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00100" y="4838700"/>
            <a:ext cx="381000" cy="381000"/>
          </a:xfrm>
          <a:prstGeom prst="rect">
            <a:avLst/>
          </a:prstGeom>
        </p:spPr>
      </p:pic>
      <p:sp>
        <p:nvSpPr>
          <p:cNvPr id="43" name="矩形 42">
            <a:extLst>
              <a:ext uri="{FF2B5EF4-FFF2-40B4-BE49-F238E27FC236}">
                <a16:creationId xmlns:a16="http://schemas.microsoft.com/office/drawing/2014/main" id="{832BF087-881D-4276-8442-B1C151FE5096}"/>
              </a:ext>
            </a:extLst>
          </p:cNvPr>
          <p:cNvSpPr>
            <a:spLocks noGrp="1"/>
          </p:cNvSpPr>
          <p:nvPr/>
        </p:nvSpPr>
        <p:spPr>
          <a:xfrm>
            <a:off x="1428750" y="46863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79D7D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79D7D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辅导员核实重点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9016978-EDA8-421C-A7A2-833AE69B0918}"/>
              </a:ext>
            </a:extLst>
          </p:cNvPr>
          <p:cNvSpPr>
            <a:spLocks noGrp="1"/>
          </p:cNvSpPr>
          <p:nvPr/>
        </p:nvSpPr>
        <p:spPr>
          <a:xfrm>
            <a:off x="1428750" y="5048250"/>
            <a:ext cx="96012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学生当前住宿位置 · 请假与返校安排 · 是否存在安全关怀信号 · 是否需要学院/家长/保卫协同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6496B9CB-2C9D-4B3B-A0CC-D48DB3AA63F0}"/>
              </a:ext>
            </a:extLst>
          </p:cNvPr>
          <p:cNvSpPr>
            <a:spLocks noGrp="1"/>
          </p:cNvSpPr>
          <p:nvPr/>
        </p:nvSpPr>
        <p:spPr>
          <a:xfrm>
            <a:off x="3429000" y="5924550"/>
            <a:ext cx="5334000" cy="266700"/>
          </a:xfrm>
          <a:prstGeom prst="roundRect">
            <a:avLst>
              <a:gd name="adj" fmla="val 28571"/>
            </a:avLst>
          </a:prstGeom>
          <a:solidFill>
            <a:srgbClr val="FBEC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B9D249A-6423-4DF5-98B3-4CD61027BBAA}"/>
              </a:ext>
            </a:extLst>
          </p:cNvPr>
          <p:cNvSpPr>
            <a:spLocks noGrp="1"/>
          </p:cNvSpPr>
          <p:nvPr/>
        </p:nvSpPr>
        <p:spPr>
          <a:xfrm>
            <a:off x="3429000" y="5934075"/>
            <a:ext cx="5334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C94F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 dirty="0" err="1">
                <a:solidFill>
                  <a:srgbClr val="C94F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若门禁数据中断：相关规则自动熔断，不产生正式线索</a:t>
            </a:r>
            <a:endParaRPr sz="1050" b="1" dirty="0">
              <a:solidFill>
                <a:srgbClr val="C94F5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5037586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>
            <a:extLst>
              <a:ext uri="{FF2B5EF4-FFF2-40B4-BE49-F238E27FC236}">
                <a16:creationId xmlns:a16="http://schemas.microsoft.com/office/drawing/2014/main" id="{69D78F43-AC5F-4F43-8408-AB4652224FF8}"/>
              </a:ext>
            </a:extLst>
          </p:cNvPr>
          <p:cNvSpPr>
            <a:spLocks noGrp="1"/>
          </p:cNvSpPr>
          <p:nvPr/>
        </p:nvSpPr>
        <p:spPr>
          <a:xfrm>
            <a:off x="0" y="266700"/>
            <a:ext cx="12192000" cy="6858000"/>
          </a:xfrm>
          <a:prstGeom prst="rect">
            <a:avLst/>
          </a:prstGeom>
          <a:solidFill>
            <a:srgbClr val="F7FA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7-marker">
            <a:extLst>
              <a:ext uri="{FF2B5EF4-FFF2-40B4-BE49-F238E27FC236}">
                <a16:creationId xmlns:a16="http://schemas.microsoft.com/office/drawing/2014/main" id="{9F7FC55D-8572-4C88-8862-18C9A23D252C}"/>
              </a:ext>
            </a:extLst>
          </p:cNvPr>
          <p:cNvSpPr>
            <a:spLocks noGrp="1"/>
          </p:cNvSpPr>
          <p:nvPr/>
        </p:nvSpPr>
        <p:spPr>
          <a:xfrm>
            <a:off x="514350" y="419100"/>
            <a:ext cx="76200" cy="76200"/>
          </a:xfrm>
          <a:prstGeom prst="ellipse">
            <a:avLst/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7-label">
            <a:extLst>
              <a:ext uri="{FF2B5EF4-FFF2-40B4-BE49-F238E27FC236}">
                <a16:creationId xmlns:a16="http://schemas.microsoft.com/office/drawing/2014/main" id="{089B8570-0D02-4F91-B443-C9EAB144017B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1597A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597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场景四｜夜间作息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AAD2190-506B-4696-BD67-F534BF9CBEF2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477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00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校园网数据只回答“作息是否显著变化”，不回答“学生上网做了什么”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E7C3AF0-8359-4969-85A3-D04CAE54AFB7}"/>
              </a:ext>
            </a:extLst>
          </p:cNvPr>
          <p:cNvSpPr>
            <a:spLocks noGrp="1"/>
          </p:cNvSpPr>
          <p:nvPr/>
        </p:nvSpPr>
        <p:spPr>
          <a:xfrm>
            <a:off x="533400" y="1304925"/>
            <a:ext cx="10668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重点关心学生的夜间异常必须采用个人基线、连续异常夜和多线索印证，单夜高流量不直接定性。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2C7AF33-E305-49A6-9238-968E46F30888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78909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78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学林知微 ScholarSense · 学生成长洞察与关爱协同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39FFEC2-8808-4D9D-94A0-660D06D0CBB7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1">
                <a:solidFill>
                  <a:srgbClr val="78909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78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17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1A666526-2332-4A6E-B836-824B1484D5CB}"/>
              </a:ext>
            </a:extLst>
          </p:cNvPr>
          <p:cNvSpPr>
            <a:spLocks noGrp="1"/>
          </p:cNvSpPr>
          <p:nvPr/>
        </p:nvSpPr>
        <p:spPr>
          <a:xfrm>
            <a:off x="10668000" y="419100"/>
            <a:ext cx="781050" cy="266700"/>
          </a:xfrm>
          <a:prstGeom prst="roundRect">
            <a:avLst>
              <a:gd name="adj" fmla="val 28571"/>
            </a:avLst>
          </a:prstGeom>
          <a:solidFill>
            <a:srgbClr val="EAF2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B7ABB0E-FEF5-45BD-AB70-6FCB5B9A9FE0}"/>
              </a:ext>
            </a:extLst>
          </p:cNvPr>
          <p:cNvSpPr>
            <a:spLocks noGrp="1"/>
          </p:cNvSpPr>
          <p:nvPr/>
        </p:nvSpPr>
        <p:spPr>
          <a:xfrm>
            <a:off x="10668000" y="428625"/>
            <a:ext cx="7810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25" b="1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原型模拟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54510D96-3795-4A52-A769-DD50A10E1141}"/>
              </a:ext>
            </a:extLst>
          </p:cNvPr>
          <p:cNvSpPr>
            <a:spLocks noGrp="1"/>
          </p:cNvSpPr>
          <p:nvPr/>
        </p:nvSpPr>
        <p:spPr>
          <a:xfrm>
            <a:off x="514350" y="2019300"/>
            <a:ext cx="7239000" cy="33528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8FEE490-F420-4624-9633-24D2F321AF9A}"/>
              </a:ext>
            </a:extLst>
          </p:cNvPr>
          <p:cNvSpPr>
            <a:spLocks noGrp="1"/>
          </p:cNvSpPr>
          <p:nvPr/>
        </p:nvSpPr>
        <p:spPr>
          <a:xfrm>
            <a:off x="781050" y="2247900"/>
            <a:ext cx="3143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00:00—05:00 夜间在线时长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7002FF8-405C-4594-BDBC-648BB2A2ABB8}"/>
              </a:ext>
            </a:extLst>
          </p:cNvPr>
          <p:cNvSpPr>
            <a:spLocks noGrp="1"/>
          </p:cNvSpPr>
          <p:nvPr/>
        </p:nvSpPr>
        <p:spPr>
          <a:xfrm>
            <a:off x="876300" y="2724150"/>
            <a:ext cx="6477000" cy="9525"/>
          </a:xfrm>
          <a:prstGeom prst="rect">
            <a:avLst/>
          </a:prstGeom>
          <a:solidFill>
            <a:srgbClr val="E4EC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647BA12-80A6-41E9-A897-EC2000C6E894}"/>
              </a:ext>
            </a:extLst>
          </p:cNvPr>
          <p:cNvSpPr>
            <a:spLocks noGrp="1"/>
          </p:cNvSpPr>
          <p:nvPr/>
        </p:nvSpPr>
        <p:spPr>
          <a:xfrm>
            <a:off x="876300" y="3771900"/>
            <a:ext cx="6477000" cy="19050"/>
          </a:xfrm>
          <a:prstGeom prst="rect">
            <a:avLst/>
          </a:prstGeom>
          <a:solidFill>
            <a:srgbClr val="6F7F8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0111D5A-DAF0-44D9-84E2-31A8FBEFB0CD}"/>
              </a:ext>
            </a:extLst>
          </p:cNvPr>
          <p:cNvSpPr>
            <a:spLocks noGrp="1"/>
          </p:cNvSpPr>
          <p:nvPr/>
        </p:nvSpPr>
        <p:spPr>
          <a:xfrm>
            <a:off x="6237975" y="318941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1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个人基线 74分钟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4864D591-4C59-4E7C-94D6-C55E880518FD}"/>
              </a:ext>
            </a:extLst>
          </p:cNvPr>
          <p:cNvSpPr>
            <a:spLocks noGrp="1"/>
          </p:cNvSpPr>
          <p:nvPr/>
        </p:nvSpPr>
        <p:spPr>
          <a:xfrm>
            <a:off x="876300" y="4374173"/>
            <a:ext cx="438150" cy="445477"/>
          </a:xfrm>
          <a:prstGeom prst="roundRect">
            <a:avLst>
              <a:gd name="adj" fmla="val 17391"/>
            </a:avLst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4BBEE95-7062-44AA-B538-C648C4083F4F}"/>
              </a:ext>
            </a:extLst>
          </p:cNvPr>
          <p:cNvSpPr>
            <a:spLocks noGrp="1"/>
          </p:cNvSpPr>
          <p:nvPr/>
        </p:nvSpPr>
        <p:spPr>
          <a:xfrm>
            <a:off x="838200" y="4126523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1597A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597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64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B688E48-682D-461A-A91C-0726232F7FF8}"/>
              </a:ext>
            </a:extLst>
          </p:cNvPr>
          <p:cNvSpPr>
            <a:spLocks noGrp="1"/>
          </p:cNvSpPr>
          <p:nvPr/>
        </p:nvSpPr>
        <p:spPr>
          <a:xfrm>
            <a:off x="838200" y="4905375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D1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D75DE29F-BED3-4587-96FD-3A48C399946C}"/>
              </a:ext>
            </a:extLst>
          </p:cNvPr>
          <p:cNvSpPr>
            <a:spLocks noGrp="1"/>
          </p:cNvSpPr>
          <p:nvPr/>
        </p:nvSpPr>
        <p:spPr>
          <a:xfrm>
            <a:off x="1790700" y="4207119"/>
            <a:ext cx="438150" cy="612531"/>
          </a:xfrm>
          <a:prstGeom prst="roundRect">
            <a:avLst>
              <a:gd name="adj" fmla="val 17391"/>
            </a:avLst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0A19A01-E56E-4CBB-A404-B7EE9B07CC75}"/>
              </a:ext>
            </a:extLst>
          </p:cNvPr>
          <p:cNvSpPr>
            <a:spLocks noGrp="1"/>
          </p:cNvSpPr>
          <p:nvPr/>
        </p:nvSpPr>
        <p:spPr>
          <a:xfrm>
            <a:off x="1752600" y="3959469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1597A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597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88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DE53861-0CBF-420F-B27B-DA2E700128E0}"/>
              </a:ext>
            </a:extLst>
          </p:cNvPr>
          <p:cNvSpPr>
            <a:spLocks noGrp="1"/>
          </p:cNvSpPr>
          <p:nvPr/>
        </p:nvSpPr>
        <p:spPr>
          <a:xfrm>
            <a:off x="1752600" y="4905375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D2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E41396F4-1C8D-4C42-B784-DA0E687C4D7A}"/>
              </a:ext>
            </a:extLst>
          </p:cNvPr>
          <p:cNvSpPr>
            <a:spLocks noGrp="1"/>
          </p:cNvSpPr>
          <p:nvPr/>
        </p:nvSpPr>
        <p:spPr>
          <a:xfrm>
            <a:off x="2705100" y="3483219"/>
            <a:ext cx="438150" cy="1336431"/>
          </a:xfrm>
          <a:prstGeom prst="roundRect">
            <a:avLst>
              <a:gd name="adj" fmla="val 17391"/>
            </a:avLst>
          </a:prstGeom>
          <a:solidFill>
            <a:srgbClr val="D9783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ED6D1AE-150B-4DD4-B909-548ADDC04186}"/>
              </a:ext>
            </a:extLst>
          </p:cNvPr>
          <p:cNvSpPr>
            <a:spLocks noGrp="1"/>
          </p:cNvSpPr>
          <p:nvPr/>
        </p:nvSpPr>
        <p:spPr>
          <a:xfrm>
            <a:off x="2667000" y="3235569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D97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D978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192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3B694DB-5BB5-4CFE-B584-1AB281821F2A}"/>
              </a:ext>
            </a:extLst>
          </p:cNvPr>
          <p:cNvSpPr>
            <a:spLocks noGrp="1"/>
          </p:cNvSpPr>
          <p:nvPr/>
        </p:nvSpPr>
        <p:spPr>
          <a:xfrm>
            <a:off x="2667000" y="4905375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D3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E8A784D1-B6C9-4223-9A31-A3F24614BB4E}"/>
              </a:ext>
            </a:extLst>
          </p:cNvPr>
          <p:cNvSpPr>
            <a:spLocks noGrp="1"/>
          </p:cNvSpPr>
          <p:nvPr/>
        </p:nvSpPr>
        <p:spPr>
          <a:xfrm>
            <a:off x="3619500" y="3392732"/>
            <a:ext cx="438150" cy="1426918"/>
          </a:xfrm>
          <a:prstGeom prst="roundRect">
            <a:avLst>
              <a:gd name="adj" fmla="val 17391"/>
            </a:avLst>
          </a:prstGeom>
          <a:solidFill>
            <a:srgbClr val="D9783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E6B2E24-F79E-40D0-A14F-8704351CF5D1}"/>
              </a:ext>
            </a:extLst>
          </p:cNvPr>
          <p:cNvSpPr>
            <a:spLocks noGrp="1"/>
          </p:cNvSpPr>
          <p:nvPr/>
        </p:nvSpPr>
        <p:spPr>
          <a:xfrm>
            <a:off x="3581400" y="3145082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D97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D978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205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2C3D8A9-7022-44D0-81AB-9240F2EA08B2}"/>
              </a:ext>
            </a:extLst>
          </p:cNvPr>
          <p:cNvSpPr>
            <a:spLocks noGrp="1"/>
          </p:cNvSpPr>
          <p:nvPr/>
        </p:nvSpPr>
        <p:spPr>
          <a:xfrm>
            <a:off x="3581400" y="4905375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D4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CD983370-8AF8-419B-81B0-122B856CB3F7}"/>
              </a:ext>
            </a:extLst>
          </p:cNvPr>
          <p:cNvSpPr>
            <a:spLocks noGrp="1"/>
          </p:cNvSpPr>
          <p:nvPr/>
        </p:nvSpPr>
        <p:spPr>
          <a:xfrm>
            <a:off x="4533900" y="3316165"/>
            <a:ext cx="438150" cy="1503485"/>
          </a:xfrm>
          <a:prstGeom prst="roundRect">
            <a:avLst>
              <a:gd name="adj" fmla="val 17391"/>
            </a:avLst>
          </a:prstGeom>
          <a:solidFill>
            <a:srgbClr val="D9783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91843A8-EF7D-41C8-BE10-3B6241EA70DD}"/>
              </a:ext>
            </a:extLst>
          </p:cNvPr>
          <p:cNvSpPr>
            <a:spLocks noGrp="1"/>
          </p:cNvSpPr>
          <p:nvPr/>
        </p:nvSpPr>
        <p:spPr>
          <a:xfrm>
            <a:off x="4495800" y="3068515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D97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D978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216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E4D65CA-8F63-4C46-BA2A-BCB5219DDEAE}"/>
              </a:ext>
            </a:extLst>
          </p:cNvPr>
          <p:cNvSpPr>
            <a:spLocks noGrp="1"/>
          </p:cNvSpPr>
          <p:nvPr/>
        </p:nvSpPr>
        <p:spPr>
          <a:xfrm>
            <a:off x="4495800" y="4905375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D5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5C4A82A6-8BEE-42B7-A493-DFE87E775304}"/>
              </a:ext>
            </a:extLst>
          </p:cNvPr>
          <p:cNvSpPr>
            <a:spLocks noGrp="1"/>
          </p:cNvSpPr>
          <p:nvPr/>
        </p:nvSpPr>
        <p:spPr>
          <a:xfrm>
            <a:off x="5448300" y="3281363"/>
            <a:ext cx="438150" cy="1538288"/>
          </a:xfrm>
          <a:prstGeom prst="roundRect">
            <a:avLst>
              <a:gd name="adj" fmla="val 17391"/>
            </a:avLst>
          </a:prstGeom>
          <a:solidFill>
            <a:srgbClr val="D9783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64F810F-EFCB-40BE-A013-44210AB58644}"/>
              </a:ext>
            </a:extLst>
          </p:cNvPr>
          <p:cNvSpPr>
            <a:spLocks noGrp="1"/>
          </p:cNvSpPr>
          <p:nvPr/>
        </p:nvSpPr>
        <p:spPr>
          <a:xfrm>
            <a:off x="5410200" y="3033713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D97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D978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221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A62C265-1782-4665-8902-98E959CD0D9F}"/>
              </a:ext>
            </a:extLst>
          </p:cNvPr>
          <p:cNvSpPr>
            <a:spLocks noGrp="1"/>
          </p:cNvSpPr>
          <p:nvPr/>
        </p:nvSpPr>
        <p:spPr>
          <a:xfrm>
            <a:off x="5410200" y="4905375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D6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7E6F1D5B-A84C-45C0-A031-6676EF42CF27}"/>
              </a:ext>
            </a:extLst>
          </p:cNvPr>
          <p:cNvSpPr>
            <a:spLocks noGrp="1"/>
          </p:cNvSpPr>
          <p:nvPr/>
        </p:nvSpPr>
        <p:spPr>
          <a:xfrm>
            <a:off x="6362700" y="3107348"/>
            <a:ext cx="438150" cy="1712302"/>
          </a:xfrm>
          <a:prstGeom prst="roundRect">
            <a:avLst>
              <a:gd name="adj" fmla="val 17391"/>
            </a:avLst>
          </a:prstGeom>
          <a:solidFill>
            <a:srgbClr val="D9783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3F4D266-A027-4B20-9E8E-67D8A19BCF75}"/>
              </a:ext>
            </a:extLst>
          </p:cNvPr>
          <p:cNvSpPr>
            <a:spLocks noGrp="1"/>
          </p:cNvSpPr>
          <p:nvPr/>
        </p:nvSpPr>
        <p:spPr>
          <a:xfrm>
            <a:off x="6324600" y="2859698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D97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D978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246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4550ED7-ABC9-4EA2-8482-CD6D2597F875}"/>
              </a:ext>
            </a:extLst>
          </p:cNvPr>
          <p:cNvSpPr>
            <a:spLocks noGrp="1"/>
          </p:cNvSpPr>
          <p:nvPr/>
        </p:nvSpPr>
        <p:spPr>
          <a:xfrm>
            <a:off x="6324600" y="4905375"/>
            <a:ext cx="514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D7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D6BFC964-EBC4-4D93-8560-4EFE1701BA67}"/>
              </a:ext>
            </a:extLst>
          </p:cNvPr>
          <p:cNvSpPr>
            <a:spLocks noGrp="1"/>
          </p:cNvSpPr>
          <p:nvPr/>
        </p:nvSpPr>
        <p:spPr>
          <a:xfrm>
            <a:off x="8039100" y="2019300"/>
            <a:ext cx="3638550" cy="3352800"/>
          </a:xfrm>
          <a:prstGeom prst="roundRect">
            <a:avLst>
              <a:gd name="adj" fmla="val 2273"/>
            </a:avLst>
          </a:prstGeom>
          <a:solidFill>
            <a:srgbClr val="0B26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92" name="图形 3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324850" y="2266950"/>
            <a:ext cx="323850" cy="323850"/>
          </a:xfrm>
          <a:prstGeom prst="rect">
            <a:avLst/>
          </a:prstGeom>
        </p:spPr>
      </p:pic>
      <p:sp>
        <p:nvSpPr>
          <p:cNvPr id="38" name="矩形 37">
            <a:extLst>
              <a:ext uri="{FF2B5EF4-FFF2-40B4-BE49-F238E27FC236}">
                <a16:creationId xmlns:a16="http://schemas.microsoft.com/office/drawing/2014/main" id="{C364307D-97EC-47FE-9B20-729EF84A8839}"/>
              </a:ext>
            </a:extLst>
          </p:cNvPr>
          <p:cNvSpPr>
            <a:spLocks noGrp="1"/>
          </p:cNvSpPr>
          <p:nvPr/>
        </p:nvSpPr>
        <p:spPr>
          <a:xfrm>
            <a:off x="8820150" y="22860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数据使用边界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2FB331E-5049-4EA9-92C6-8753F64FC82E}"/>
              </a:ext>
            </a:extLst>
          </p:cNvPr>
          <p:cNvSpPr>
            <a:spLocks noGrp="1"/>
          </p:cNvSpPr>
          <p:nvPr/>
        </p:nvSpPr>
        <p:spPr>
          <a:xfrm>
            <a:off x="8324850" y="287655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4FAF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4FAF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允许使用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73BF4E27-1B6C-4D41-8890-B41777BC6028}"/>
              </a:ext>
            </a:extLst>
          </p:cNvPr>
          <p:cNvSpPr>
            <a:spLocks noGrp="1"/>
          </p:cNvSpPr>
          <p:nvPr/>
        </p:nvSpPr>
        <p:spPr>
          <a:xfrm>
            <a:off x="8324850" y="3200400"/>
            <a:ext cx="1428750" cy="285750"/>
          </a:xfrm>
          <a:prstGeom prst="roundRect">
            <a:avLst>
              <a:gd name="adj" fmla="val 26667"/>
            </a:avLst>
          </a:prstGeom>
          <a:solidFill>
            <a:srgbClr val="4FAF83">
              <a:alpha val="7059"/>
            </a:srgbClr>
          </a:solidFill>
          <a:ln w="9525">
            <a:solidFill>
              <a:srgbClr val="4FAF83">
                <a:alpha val="26667"/>
              </a:srgbClr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12FB6D9-1FD4-4F7D-80A3-74E28260B8E3}"/>
              </a:ext>
            </a:extLst>
          </p:cNvPr>
          <p:cNvSpPr>
            <a:spLocks noGrp="1"/>
          </p:cNvSpPr>
          <p:nvPr/>
        </p:nvSpPr>
        <p:spPr>
          <a:xfrm>
            <a:off x="8324850" y="3209925"/>
            <a:ext cx="1428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4FAF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4FAF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会话时段与时长</a:t>
            </a:r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5C15665E-52F8-4626-9163-5C61DC5F8118}"/>
              </a:ext>
            </a:extLst>
          </p:cNvPr>
          <p:cNvSpPr>
            <a:spLocks noGrp="1"/>
          </p:cNvSpPr>
          <p:nvPr/>
        </p:nvSpPr>
        <p:spPr>
          <a:xfrm>
            <a:off x="9886950" y="3200400"/>
            <a:ext cx="1428750" cy="285750"/>
          </a:xfrm>
          <a:prstGeom prst="roundRect">
            <a:avLst>
              <a:gd name="adj" fmla="val 26667"/>
            </a:avLst>
          </a:prstGeom>
          <a:solidFill>
            <a:srgbClr val="4FAF83">
              <a:alpha val="7059"/>
            </a:srgbClr>
          </a:solidFill>
          <a:ln w="9525">
            <a:solidFill>
              <a:srgbClr val="4FAF83">
                <a:alpha val="26667"/>
              </a:srgbClr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242B4C0-70F6-4D4F-8135-0DD6ED04E975}"/>
              </a:ext>
            </a:extLst>
          </p:cNvPr>
          <p:cNvSpPr>
            <a:spLocks noGrp="1"/>
          </p:cNvSpPr>
          <p:nvPr/>
        </p:nvSpPr>
        <p:spPr>
          <a:xfrm>
            <a:off x="9886950" y="3209925"/>
            <a:ext cx="1428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4FAF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4FAF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会话数/流量汇总</a:t>
            </a:r>
          </a:p>
        </p:txBody>
      </p:sp>
      <p:sp>
        <p:nvSpPr>
          <p:cNvPr id="44" name="圆角矩形 43">
            <a:extLst>
              <a:ext uri="{FF2B5EF4-FFF2-40B4-BE49-F238E27FC236}">
                <a16:creationId xmlns:a16="http://schemas.microsoft.com/office/drawing/2014/main" id="{F30459E4-561E-48D9-A81C-5147F4A40A48}"/>
              </a:ext>
            </a:extLst>
          </p:cNvPr>
          <p:cNvSpPr>
            <a:spLocks noGrp="1"/>
          </p:cNvSpPr>
          <p:nvPr/>
        </p:nvSpPr>
        <p:spPr>
          <a:xfrm>
            <a:off x="8324850" y="3600450"/>
            <a:ext cx="1428750" cy="285750"/>
          </a:xfrm>
          <a:prstGeom prst="roundRect">
            <a:avLst>
              <a:gd name="adj" fmla="val 26667"/>
            </a:avLst>
          </a:prstGeom>
          <a:solidFill>
            <a:srgbClr val="4FAF83">
              <a:alpha val="7059"/>
            </a:srgbClr>
          </a:solidFill>
          <a:ln w="9525">
            <a:solidFill>
              <a:srgbClr val="4FAF83">
                <a:alpha val="26667"/>
              </a:srgbClr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C43832B-5135-4FE1-9549-B39656D884C7}"/>
              </a:ext>
            </a:extLst>
          </p:cNvPr>
          <p:cNvSpPr>
            <a:spLocks noGrp="1"/>
          </p:cNvSpPr>
          <p:nvPr/>
        </p:nvSpPr>
        <p:spPr>
          <a:xfrm>
            <a:off x="8324850" y="3609975"/>
            <a:ext cx="1428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4FAF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4FAF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接入区域/终端数</a:t>
            </a:r>
          </a:p>
        </p:txBody>
      </p: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64C77EAC-78A0-4261-969A-95EE8DDCEFA2}"/>
              </a:ext>
            </a:extLst>
          </p:cNvPr>
          <p:cNvSpPr>
            <a:spLocks noGrp="1"/>
          </p:cNvSpPr>
          <p:nvPr/>
        </p:nvSpPr>
        <p:spPr>
          <a:xfrm>
            <a:off x="9886950" y="3600450"/>
            <a:ext cx="1428750" cy="285750"/>
          </a:xfrm>
          <a:prstGeom prst="roundRect">
            <a:avLst>
              <a:gd name="adj" fmla="val 26667"/>
            </a:avLst>
          </a:prstGeom>
          <a:solidFill>
            <a:srgbClr val="4FAF83">
              <a:alpha val="7059"/>
            </a:srgbClr>
          </a:solidFill>
          <a:ln w="9525">
            <a:solidFill>
              <a:srgbClr val="4FAF83">
                <a:alpha val="26667"/>
              </a:srgbClr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7CAF82F-2199-4C1D-9F99-929A3B1C2AB2}"/>
              </a:ext>
            </a:extLst>
          </p:cNvPr>
          <p:cNvSpPr>
            <a:spLocks noGrp="1"/>
          </p:cNvSpPr>
          <p:nvPr/>
        </p:nvSpPr>
        <p:spPr>
          <a:xfrm>
            <a:off x="9886950" y="3609975"/>
            <a:ext cx="14287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4FAF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4FAF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个人28/56日基线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268547F-5D74-46D4-A1EC-25836F4865A1}"/>
              </a:ext>
            </a:extLst>
          </p:cNvPr>
          <p:cNvSpPr>
            <a:spLocks noGrp="1"/>
          </p:cNvSpPr>
          <p:nvPr/>
        </p:nvSpPr>
        <p:spPr>
          <a:xfrm>
            <a:off x="8324850" y="411480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C94F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C94F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明确禁止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8A051F29-139C-4AB7-934D-ECC6A240F632}"/>
              </a:ext>
            </a:extLst>
          </p:cNvPr>
          <p:cNvSpPr>
            <a:spLocks noGrp="1"/>
          </p:cNvSpPr>
          <p:nvPr/>
        </p:nvSpPr>
        <p:spPr>
          <a:xfrm>
            <a:off x="8362950" y="4438650"/>
            <a:ext cx="1504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F0B6B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F0B6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× 网址与应用名称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83DE66C-C8BF-46B0-8F41-9CB2F6A2C59F}"/>
              </a:ext>
            </a:extLst>
          </p:cNvPr>
          <p:cNvSpPr>
            <a:spLocks noGrp="1"/>
          </p:cNvSpPr>
          <p:nvPr/>
        </p:nvSpPr>
        <p:spPr>
          <a:xfrm>
            <a:off x="9925050" y="4438650"/>
            <a:ext cx="1504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F0B6B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F0B6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× 搜索/聊天/邮件内容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27F653B-EFD4-4F3D-AEDC-E510018F5F67}"/>
              </a:ext>
            </a:extLst>
          </p:cNvPr>
          <p:cNvSpPr>
            <a:spLocks noGrp="1"/>
          </p:cNvSpPr>
          <p:nvPr/>
        </p:nvSpPr>
        <p:spPr>
          <a:xfrm>
            <a:off x="8362950" y="4762500"/>
            <a:ext cx="1504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F0B6B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F0B6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× 报文载荷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1974FF26-90EF-436D-AEC4-1E1794627492}"/>
              </a:ext>
            </a:extLst>
          </p:cNvPr>
          <p:cNvSpPr>
            <a:spLocks noGrp="1"/>
          </p:cNvSpPr>
          <p:nvPr/>
        </p:nvSpPr>
        <p:spPr>
          <a:xfrm>
            <a:off x="9925050" y="4762500"/>
            <a:ext cx="1504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F0B6B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F0B6B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× 心理或安全自动诊断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FE70ED7-B06D-4E29-8237-6E2DAD85D283}"/>
              </a:ext>
            </a:extLst>
          </p:cNvPr>
          <p:cNvSpPr>
            <a:spLocks noGrp="1"/>
          </p:cNvSpPr>
          <p:nvPr/>
        </p:nvSpPr>
        <p:spPr>
          <a:xfrm>
            <a:off x="1276350" y="5791200"/>
            <a:ext cx="9639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75" b="1">
                <a:solidFill>
                  <a:srgbClr val="124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升级条件：连续异常夜 + 较个人基线显著上升 + 晚归/学业/消费等独立线索印证</a:t>
            </a:r>
          </a:p>
        </p:txBody>
      </p:sp>
    </p:spTree>
    <p:extLst>
      <p:ext uri="{BB962C8B-B14F-4D97-AF65-F5344CB8AC3E}">
        <p14:creationId xmlns:p14="http://schemas.microsoft.com/office/powerpoint/2010/main" val="869036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18-marker">
            <a:extLst>
              <a:ext uri="{FF2B5EF4-FFF2-40B4-BE49-F238E27FC236}">
                <a16:creationId xmlns:a16="http://schemas.microsoft.com/office/drawing/2014/main" id="{2ACDFD33-85AD-4B4C-AE12-3555B17A5AAC}"/>
              </a:ext>
            </a:extLst>
          </p:cNvPr>
          <p:cNvSpPr>
            <a:spLocks noGrp="1"/>
          </p:cNvSpPr>
          <p:nvPr/>
        </p:nvSpPr>
        <p:spPr>
          <a:xfrm>
            <a:off x="514350" y="419100"/>
            <a:ext cx="76200" cy="76200"/>
          </a:xfrm>
          <a:prstGeom prst="ellipse">
            <a:avLst/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8-label">
            <a:extLst>
              <a:ext uri="{FF2B5EF4-FFF2-40B4-BE49-F238E27FC236}">
                <a16:creationId xmlns:a16="http://schemas.microsoft.com/office/drawing/2014/main" id="{3A6D8332-C278-4E88-8CA1-C8A2C420D02C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1597A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597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辅导员工作台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306C671-30FF-4893-9E56-67872EA5CB48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477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700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把有限精力集中到最值得优先核实的Top-k学生，并把每次关爱沉淀为反馈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F4A94F2-8699-472D-A5DC-082B1EF5EE10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78909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78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学林知微 ScholarSense · 学生成长洞察与关爱协同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AC7C783-3B8F-49DC-925F-AB79F10FCAF5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1">
                <a:solidFill>
                  <a:srgbClr val="78909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78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18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36761983-AE52-4016-9DB7-EC306EB4A3DF}"/>
              </a:ext>
            </a:extLst>
          </p:cNvPr>
          <p:cNvSpPr>
            <a:spLocks noGrp="1"/>
          </p:cNvSpPr>
          <p:nvPr/>
        </p:nvSpPr>
        <p:spPr>
          <a:xfrm>
            <a:off x="10668000" y="419100"/>
            <a:ext cx="781050" cy="266700"/>
          </a:xfrm>
          <a:prstGeom prst="roundRect">
            <a:avLst>
              <a:gd name="adj" fmla="val 28571"/>
            </a:avLst>
          </a:prstGeom>
          <a:solidFill>
            <a:srgbClr val="EAF2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84BDF4-EE63-4180-AB15-A9905E792598}"/>
              </a:ext>
            </a:extLst>
          </p:cNvPr>
          <p:cNvSpPr>
            <a:spLocks noGrp="1"/>
          </p:cNvSpPr>
          <p:nvPr/>
        </p:nvSpPr>
        <p:spPr>
          <a:xfrm>
            <a:off x="10668000" y="428625"/>
            <a:ext cx="7810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25" b="1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原型模拟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683434B-6D6F-4289-AA12-F62613A786F4}"/>
              </a:ext>
            </a:extLst>
          </p:cNvPr>
          <p:cNvSpPr>
            <a:spLocks noGrp="1"/>
          </p:cNvSpPr>
          <p:nvPr/>
        </p:nvSpPr>
        <p:spPr>
          <a:xfrm>
            <a:off x="514350" y="1771650"/>
            <a:ext cx="11163300" cy="4076700"/>
          </a:xfrm>
          <a:prstGeom prst="roundRect">
            <a:avLst>
              <a:gd name="adj" fmla="val 1869"/>
            </a:avLst>
          </a:prstGeom>
          <a:solidFill>
            <a:srgbClr val="F2F6F8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A2668B1A-600C-4887-94FC-1E9A19CCD592}"/>
              </a:ext>
            </a:extLst>
          </p:cNvPr>
          <p:cNvSpPr>
            <a:spLocks noGrp="1"/>
          </p:cNvSpPr>
          <p:nvPr/>
        </p:nvSpPr>
        <p:spPr>
          <a:xfrm>
            <a:off x="514350" y="1771650"/>
            <a:ext cx="1962150" cy="4076700"/>
          </a:xfrm>
          <a:prstGeom prst="roundRect">
            <a:avLst>
              <a:gd name="adj" fmla="val 3883"/>
            </a:avLst>
          </a:prstGeom>
          <a:solidFill>
            <a:srgbClr val="0B26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D729500-281A-45F3-8B78-FED084CE9FBD}"/>
              </a:ext>
            </a:extLst>
          </p:cNvPr>
          <p:cNvSpPr>
            <a:spLocks noGrp="1"/>
          </p:cNvSpPr>
          <p:nvPr/>
        </p:nvSpPr>
        <p:spPr>
          <a:xfrm>
            <a:off x="781050" y="2038350"/>
            <a:ext cx="133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学林知微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5D5D9841-8942-4DA8-97D4-A9416E09FFC3}"/>
              </a:ext>
            </a:extLst>
          </p:cNvPr>
          <p:cNvSpPr>
            <a:spLocks noGrp="1"/>
          </p:cNvSpPr>
          <p:nvPr/>
        </p:nvSpPr>
        <p:spPr>
          <a:xfrm>
            <a:off x="666750" y="2590800"/>
            <a:ext cx="1657350" cy="361950"/>
          </a:xfrm>
          <a:prstGeom prst="roundRect">
            <a:avLst>
              <a:gd name="adj" fmla="val 21053"/>
            </a:avLst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7B4B71C-661F-4E4A-9E28-9B58801DFD03}"/>
              </a:ext>
            </a:extLst>
          </p:cNvPr>
          <p:cNvSpPr>
            <a:spLocks noGrp="1"/>
          </p:cNvSpPr>
          <p:nvPr/>
        </p:nvSpPr>
        <p:spPr>
          <a:xfrm>
            <a:off x="800100" y="264795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我的待核实  12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85F2AD9-CFCF-4AA0-92E1-8EBC69DA4C37}"/>
              </a:ext>
            </a:extLst>
          </p:cNvPr>
          <p:cNvSpPr>
            <a:spLocks noGrp="1"/>
          </p:cNvSpPr>
          <p:nvPr/>
        </p:nvSpPr>
        <p:spPr>
          <a:xfrm>
            <a:off x="800100" y="314325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BFD0D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BFD0D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处理中  7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A6E0252-A3B4-4D66-9254-F11DEBB350D2}"/>
              </a:ext>
            </a:extLst>
          </p:cNvPr>
          <p:cNvSpPr>
            <a:spLocks noGrp="1"/>
          </p:cNvSpPr>
          <p:nvPr/>
        </p:nvSpPr>
        <p:spPr>
          <a:xfrm>
            <a:off x="800100" y="363855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BFD0D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BFD0D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今日已跟进  18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A78E067-9439-4BA4-AEE7-57203C1BE62A}"/>
              </a:ext>
            </a:extLst>
          </p:cNvPr>
          <p:cNvSpPr>
            <a:spLocks noGrp="1"/>
          </p:cNvSpPr>
          <p:nvPr/>
        </p:nvSpPr>
        <p:spPr>
          <a:xfrm>
            <a:off x="800100" y="413385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BFD0D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BFD0D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学院超期  5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6F2B545-7CF7-4EE5-ACE3-A84E0506D5F9}"/>
              </a:ext>
            </a:extLst>
          </p:cNvPr>
          <p:cNvSpPr>
            <a:spLocks noGrp="1"/>
          </p:cNvSpPr>
          <p:nvPr/>
        </p:nvSpPr>
        <p:spPr>
          <a:xfrm>
            <a:off x="781050" y="4762500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79D7D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79D7D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今日核实容量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9EA36157-9F33-45D1-BD80-488BDEBF2651}"/>
              </a:ext>
            </a:extLst>
          </p:cNvPr>
          <p:cNvSpPr>
            <a:spLocks noGrp="1"/>
          </p:cNvSpPr>
          <p:nvPr/>
        </p:nvSpPr>
        <p:spPr>
          <a:xfrm>
            <a:off x="781050" y="5086350"/>
            <a:ext cx="1295400" cy="76200"/>
          </a:xfrm>
          <a:prstGeom prst="roundRect">
            <a:avLst>
              <a:gd name="adj" fmla="val 50000"/>
            </a:avLst>
          </a:prstGeom>
          <a:solidFill>
            <a:srgbClr val="315A6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DD86305D-6991-434D-BCBD-03CBE92C7DFA}"/>
              </a:ext>
            </a:extLst>
          </p:cNvPr>
          <p:cNvSpPr>
            <a:spLocks noGrp="1"/>
          </p:cNvSpPr>
          <p:nvPr/>
        </p:nvSpPr>
        <p:spPr>
          <a:xfrm>
            <a:off x="781050" y="5086350"/>
            <a:ext cx="781050" cy="76200"/>
          </a:xfrm>
          <a:prstGeom prst="roundRect">
            <a:avLst>
              <a:gd name="adj" fmla="val 50000"/>
            </a:avLst>
          </a:prstGeom>
          <a:solidFill>
            <a:srgbClr val="4FAF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76ADAD3-4C2B-4782-A57E-DE102997CD04}"/>
              </a:ext>
            </a:extLst>
          </p:cNvPr>
          <p:cNvSpPr>
            <a:spLocks noGrp="1"/>
          </p:cNvSpPr>
          <p:nvPr/>
        </p:nvSpPr>
        <p:spPr>
          <a:xfrm>
            <a:off x="781050" y="5276850"/>
            <a:ext cx="1295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已安排 3 / 5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B046424-9845-4ED5-86E9-F41D5A092678}"/>
              </a:ext>
            </a:extLst>
          </p:cNvPr>
          <p:cNvSpPr>
            <a:spLocks noGrp="1"/>
          </p:cNvSpPr>
          <p:nvPr/>
        </p:nvSpPr>
        <p:spPr>
          <a:xfrm>
            <a:off x="2762250" y="203835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我的待核实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501D9DB-2D75-4476-A071-03EC03EC5A31}"/>
              </a:ext>
            </a:extLst>
          </p:cNvPr>
          <p:cNvSpPr>
            <a:spLocks noGrp="1"/>
          </p:cNvSpPr>
          <p:nvPr/>
        </p:nvSpPr>
        <p:spPr>
          <a:xfrm>
            <a:off x="2762250" y="2381250"/>
            <a:ext cx="533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优先级由关怀等级、独立线索数、时效和数据可信度共同决定</a:t>
            </a: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02BC1F02-2480-4F97-8C9B-628DDF557532}"/>
              </a:ext>
            </a:extLst>
          </p:cNvPr>
          <p:cNvSpPr>
            <a:spLocks noGrp="1"/>
          </p:cNvSpPr>
          <p:nvPr/>
        </p:nvSpPr>
        <p:spPr>
          <a:xfrm>
            <a:off x="2724150" y="2781300"/>
            <a:ext cx="86106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BD44E79F-1C17-4EFE-856C-5D62AB2F818C}"/>
              </a:ext>
            </a:extLst>
          </p:cNvPr>
          <p:cNvSpPr>
            <a:spLocks noGrp="1"/>
          </p:cNvSpPr>
          <p:nvPr/>
        </p:nvSpPr>
        <p:spPr>
          <a:xfrm>
            <a:off x="2876550" y="2914650"/>
            <a:ext cx="628650" cy="266700"/>
          </a:xfrm>
          <a:prstGeom prst="roundRect">
            <a:avLst>
              <a:gd name="adj" fmla="val 28571"/>
            </a:avLst>
          </a:prstGeom>
          <a:solidFill>
            <a:srgbClr val="0B26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B533D6A-C3BD-45AF-A43A-A5DAAC17D924}"/>
              </a:ext>
            </a:extLst>
          </p:cNvPr>
          <p:cNvSpPr>
            <a:spLocks noGrp="1"/>
          </p:cNvSpPr>
          <p:nvPr/>
        </p:nvSpPr>
        <p:spPr>
          <a:xfrm>
            <a:off x="2876550" y="2924175"/>
            <a:ext cx="6286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Top 1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6B5D353-0DBC-4FE5-8EEE-E6D999CBC274}"/>
              </a:ext>
            </a:extLst>
          </p:cNvPr>
          <p:cNvSpPr>
            <a:spLocks noGrp="1"/>
          </p:cNvSpPr>
          <p:nvPr/>
        </p:nvSpPr>
        <p:spPr>
          <a:xfrm>
            <a:off x="3695700" y="2905125"/>
            <a:ext cx="95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1">
                <a:solidFill>
                  <a:srgbClr val="124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学生A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4E72B65-1D54-4E44-8695-BCD5213DD081}"/>
              </a:ext>
            </a:extLst>
          </p:cNvPr>
          <p:cNvSpPr>
            <a:spLocks noGrp="1"/>
          </p:cNvSpPr>
          <p:nvPr/>
        </p:nvSpPr>
        <p:spPr>
          <a:xfrm>
            <a:off x="4781550" y="2905125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5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重点关怀叠加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75ED31D-8AD0-4221-B664-01A14868AB39}"/>
              </a:ext>
            </a:extLst>
          </p:cNvPr>
          <p:cNvSpPr>
            <a:spLocks noGrp="1"/>
          </p:cNvSpPr>
          <p:nvPr/>
        </p:nvSpPr>
        <p:spPr>
          <a:xfrm>
            <a:off x="6667500" y="2905125"/>
            <a:ext cx="57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C94F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C94F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92分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85BA847-DA58-4DFD-ACE4-E7911A6DEE44}"/>
              </a:ext>
            </a:extLst>
          </p:cNvPr>
          <p:cNvSpPr>
            <a:spLocks noGrp="1"/>
          </p:cNvSpPr>
          <p:nvPr/>
        </p:nvSpPr>
        <p:spPr>
          <a:xfrm>
            <a:off x="7448550" y="2905125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4类线索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78DA924-EA93-4BAD-A7B0-165277146A9B}"/>
              </a:ext>
            </a:extLst>
          </p:cNvPr>
          <p:cNvSpPr>
            <a:spLocks noGrp="1"/>
          </p:cNvSpPr>
          <p:nvPr/>
        </p:nvSpPr>
        <p:spPr>
          <a:xfrm>
            <a:off x="8763000" y="2905125"/>
            <a:ext cx="95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24小时内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00AF8673-431C-4624-B034-3078364AD841}"/>
              </a:ext>
            </a:extLst>
          </p:cNvPr>
          <p:cNvSpPr>
            <a:spLocks noGrp="1"/>
          </p:cNvSpPr>
          <p:nvPr/>
        </p:nvSpPr>
        <p:spPr>
          <a:xfrm>
            <a:off x="10001250" y="2895600"/>
            <a:ext cx="1047750" cy="304800"/>
          </a:xfrm>
          <a:prstGeom prst="roundRect">
            <a:avLst>
              <a:gd name="adj" fmla="val 25000"/>
            </a:avLst>
          </a:prstGeom>
          <a:solidFill>
            <a:srgbClr val="C94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72FE73E-CB06-4F59-885C-A50FEB39D308}"/>
              </a:ext>
            </a:extLst>
          </p:cNvPr>
          <p:cNvSpPr>
            <a:spLocks noGrp="1"/>
          </p:cNvSpPr>
          <p:nvPr/>
        </p:nvSpPr>
        <p:spPr>
          <a:xfrm>
            <a:off x="10001250" y="2905125"/>
            <a:ext cx="1047750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跟进反馈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7DF13835-0ADD-4BFA-A54C-B54B43473705}"/>
              </a:ext>
            </a:extLst>
          </p:cNvPr>
          <p:cNvSpPr>
            <a:spLocks noGrp="1"/>
          </p:cNvSpPr>
          <p:nvPr/>
        </p:nvSpPr>
        <p:spPr>
          <a:xfrm>
            <a:off x="2724150" y="3429000"/>
            <a:ext cx="86106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48FAD664-9A9C-4CE7-A950-3AC3E9AEDFD8}"/>
              </a:ext>
            </a:extLst>
          </p:cNvPr>
          <p:cNvSpPr>
            <a:spLocks noGrp="1"/>
          </p:cNvSpPr>
          <p:nvPr/>
        </p:nvSpPr>
        <p:spPr>
          <a:xfrm>
            <a:off x="2876550" y="3562350"/>
            <a:ext cx="628650" cy="266700"/>
          </a:xfrm>
          <a:prstGeom prst="roundRect">
            <a:avLst>
              <a:gd name="adj" fmla="val 28571"/>
            </a:avLst>
          </a:prstGeom>
          <a:solidFill>
            <a:srgbClr val="0B26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DF6A59B-1F56-4B56-9074-5AFF5FAB8806}"/>
              </a:ext>
            </a:extLst>
          </p:cNvPr>
          <p:cNvSpPr>
            <a:spLocks noGrp="1"/>
          </p:cNvSpPr>
          <p:nvPr/>
        </p:nvSpPr>
        <p:spPr>
          <a:xfrm>
            <a:off x="2876550" y="3571875"/>
            <a:ext cx="6286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Top 2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0DF0F3F-D515-48A6-BE4C-B9182512830D}"/>
              </a:ext>
            </a:extLst>
          </p:cNvPr>
          <p:cNvSpPr>
            <a:spLocks noGrp="1"/>
          </p:cNvSpPr>
          <p:nvPr/>
        </p:nvSpPr>
        <p:spPr>
          <a:xfrm>
            <a:off x="3695700" y="3552825"/>
            <a:ext cx="95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1">
                <a:solidFill>
                  <a:srgbClr val="124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学生B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7035A3E-A70B-44C1-B341-3B7A448AB811}"/>
              </a:ext>
            </a:extLst>
          </p:cNvPr>
          <p:cNvSpPr>
            <a:spLocks noGrp="1"/>
          </p:cNvSpPr>
          <p:nvPr/>
        </p:nvSpPr>
        <p:spPr>
          <a:xfrm>
            <a:off x="4781550" y="3552825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5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毕业季压力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8FD9922-A14D-4E82-AC79-517F1C96BC26}"/>
              </a:ext>
            </a:extLst>
          </p:cNvPr>
          <p:cNvSpPr>
            <a:spLocks noGrp="1"/>
          </p:cNvSpPr>
          <p:nvPr/>
        </p:nvSpPr>
        <p:spPr>
          <a:xfrm>
            <a:off x="6667500" y="3552825"/>
            <a:ext cx="57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C94F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C94F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88分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34AA06C-75C9-485F-B25D-61E7000654B9}"/>
              </a:ext>
            </a:extLst>
          </p:cNvPr>
          <p:cNvSpPr>
            <a:spLocks noGrp="1"/>
          </p:cNvSpPr>
          <p:nvPr/>
        </p:nvSpPr>
        <p:spPr>
          <a:xfrm>
            <a:off x="7448550" y="3552825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3类线索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A614E1C-CE66-47BE-9C50-B9BE4D0198E4}"/>
              </a:ext>
            </a:extLst>
          </p:cNvPr>
          <p:cNvSpPr>
            <a:spLocks noGrp="1"/>
          </p:cNvSpPr>
          <p:nvPr/>
        </p:nvSpPr>
        <p:spPr>
          <a:xfrm>
            <a:off x="8763000" y="3552825"/>
            <a:ext cx="95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C94F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C94F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已超期</a:t>
            </a:r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8BFF969C-AF5F-4F07-834B-8BA24602C169}"/>
              </a:ext>
            </a:extLst>
          </p:cNvPr>
          <p:cNvSpPr>
            <a:spLocks noGrp="1"/>
          </p:cNvSpPr>
          <p:nvPr/>
        </p:nvSpPr>
        <p:spPr>
          <a:xfrm>
            <a:off x="10001250" y="3543300"/>
            <a:ext cx="1047750" cy="304800"/>
          </a:xfrm>
          <a:prstGeom prst="roundRect">
            <a:avLst>
              <a:gd name="adj" fmla="val 25000"/>
            </a:avLst>
          </a:prstGeom>
          <a:solidFill>
            <a:srgbClr val="C94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7299F60-FF09-4402-B94C-14ABBAC36F97}"/>
              </a:ext>
            </a:extLst>
          </p:cNvPr>
          <p:cNvSpPr>
            <a:spLocks noGrp="1"/>
          </p:cNvSpPr>
          <p:nvPr/>
        </p:nvSpPr>
        <p:spPr>
          <a:xfrm>
            <a:off x="10001250" y="3552825"/>
            <a:ext cx="1047750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跟进反馈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94978FCB-D365-4470-A544-6B45337EB638}"/>
              </a:ext>
            </a:extLst>
          </p:cNvPr>
          <p:cNvSpPr>
            <a:spLocks noGrp="1"/>
          </p:cNvSpPr>
          <p:nvPr/>
        </p:nvSpPr>
        <p:spPr>
          <a:xfrm>
            <a:off x="2724150" y="4076700"/>
            <a:ext cx="86106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44" name="圆角矩形 43">
            <a:extLst>
              <a:ext uri="{FF2B5EF4-FFF2-40B4-BE49-F238E27FC236}">
                <a16:creationId xmlns:a16="http://schemas.microsoft.com/office/drawing/2014/main" id="{41DD6DF7-A0E5-4897-BE51-67BA4F20C41A}"/>
              </a:ext>
            </a:extLst>
          </p:cNvPr>
          <p:cNvSpPr>
            <a:spLocks noGrp="1"/>
          </p:cNvSpPr>
          <p:nvPr/>
        </p:nvSpPr>
        <p:spPr>
          <a:xfrm>
            <a:off x="2876550" y="4210050"/>
            <a:ext cx="628650" cy="266700"/>
          </a:xfrm>
          <a:prstGeom prst="roundRect">
            <a:avLst>
              <a:gd name="adj" fmla="val 28571"/>
            </a:avLst>
          </a:prstGeom>
          <a:solidFill>
            <a:srgbClr val="0B26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5BE5C37-C68B-4645-8929-D88B55826235}"/>
              </a:ext>
            </a:extLst>
          </p:cNvPr>
          <p:cNvSpPr>
            <a:spLocks noGrp="1"/>
          </p:cNvSpPr>
          <p:nvPr/>
        </p:nvSpPr>
        <p:spPr>
          <a:xfrm>
            <a:off x="2876550" y="4219575"/>
            <a:ext cx="6286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Top 3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6E0D219-FDDC-4E9F-8311-0F68E8204D61}"/>
              </a:ext>
            </a:extLst>
          </p:cNvPr>
          <p:cNvSpPr>
            <a:spLocks noGrp="1"/>
          </p:cNvSpPr>
          <p:nvPr/>
        </p:nvSpPr>
        <p:spPr>
          <a:xfrm>
            <a:off x="3695700" y="4200525"/>
            <a:ext cx="95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1">
                <a:solidFill>
                  <a:srgbClr val="124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学生C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8B361CC-C013-4738-BA04-BC1C4768F8C3}"/>
              </a:ext>
            </a:extLst>
          </p:cNvPr>
          <p:cNvSpPr>
            <a:spLocks noGrp="1"/>
          </p:cNvSpPr>
          <p:nvPr/>
        </p:nvSpPr>
        <p:spPr>
          <a:xfrm>
            <a:off x="4781550" y="4200525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5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离校未返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F7C50F9-19A3-4F15-BE26-2AC587DE8F83}"/>
              </a:ext>
            </a:extLst>
          </p:cNvPr>
          <p:cNvSpPr>
            <a:spLocks noGrp="1"/>
          </p:cNvSpPr>
          <p:nvPr/>
        </p:nvSpPr>
        <p:spPr>
          <a:xfrm>
            <a:off x="6667500" y="4200525"/>
            <a:ext cx="57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D97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D978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84分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0598424-37C0-4624-838E-57B58AC7B504}"/>
              </a:ext>
            </a:extLst>
          </p:cNvPr>
          <p:cNvSpPr>
            <a:spLocks noGrp="1"/>
          </p:cNvSpPr>
          <p:nvPr/>
        </p:nvSpPr>
        <p:spPr>
          <a:xfrm>
            <a:off x="7448550" y="4200525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2类线索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83BCBD0-0B64-41D7-876D-65C51FF56FD9}"/>
              </a:ext>
            </a:extLst>
          </p:cNvPr>
          <p:cNvSpPr>
            <a:spLocks noGrp="1"/>
          </p:cNvSpPr>
          <p:nvPr/>
        </p:nvSpPr>
        <p:spPr>
          <a:xfrm>
            <a:off x="8763000" y="4200525"/>
            <a:ext cx="95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24小时内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4DDD509C-DBC1-4F4E-9D82-5E30D27EC19B}"/>
              </a:ext>
            </a:extLst>
          </p:cNvPr>
          <p:cNvSpPr>
            <a:spLocks noGrp="1"/>
          </p:cNvSpPr>
          <p:nvPr/>
        </p:nvSpPr>
        <p:spPr>
          <a:xfrm>
            <a:off x="10001250" y="4191000"/>
            <a:ext cx="1047750" cy="304800"/>
          </a:xfrm>
          <a:prstGeom prst="roundRect">
            <a:avLst>
              <a:gd name="adj" fmla="val 25000"/>
            </a:avLst>
          </a:prstGeom>
          <a:solidFill>
            <a:srgbClr val="D9783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3811A8C-6F0C-4E48-ACFF-8DD58D40DBA4}"/>
              </a:ext>
            </a:extLst>
          </p:cNvPr>
          <p:cNvSpPr>
            <a:spLocks noGrp="1"/>
          </p:cNvSpPr>
          <p:nvPr/>
        </p:nvSpPr>
        <p:spPr>
          <a:xfrm>
            <a:off x="10001250" y="4200525"/>
            <a:ext cx="1047750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跟进反馈</a:t>
            </a:r>
          </a:p>
        </p:txBody>
      </p:sp>
      <p:sp>
        <p:nvSpPr>
          <p:cNvPr id="53" name="圆角矩形 52">
            <a:extLst>
              <a:ext uri="{FF2B5EF4-FFF2-40B4-BE49-F238E27FC236}">
                <a16:creationId xmlns:a16="http://schemas.microsoft.com/office/drawing/2014/main" id="{337B0A07-A6C6-4696-B7DF-F097C960C57B}"/>
              </a:ext>
            </a:extLst>
          </p:cNvPr>
          <p:cNvSpPr>
            <a:spLocks noGrp="1"/>
          </p:cNvSpPr>
          <p:nvPr/>
        </p:nvSpPr>
        <p:spPr>
          <a:xfrm>
            <a:off x="2724150" y="4724400"/>
            <a:ext cx="86106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54" name="圆角矩形 53">
            <a:extLst>
              <a:ext uri="{FF2B5EF4-FFF2-40B4-BE49-F238E27FC236}">
                <a16:creationId xmlns:a16="http://schemas.microsoft.com/office/drawing/2014/main" id="{51CCA884-6CEE-48BD-8FEE-2BA4FCB427FF}"/>
              </a:ext>
            </a:extLst>
          </p:cNvPr>
          <p:cNvSpPr>
            <a:spLocks noGrp="1"/>
          </p:cNvSpPr>
          <p:nvPr/>
        </p:nvSpPr>
        <p:spPr>
          <a:xfrm>
            <a:off x="2876550" y="4857750"/>
            <a:ext cx="628650" cy="266700"/>
          </a:xfrm>
          <a:prstGeom prst="roundRect">
            <a:avLst>
              <a:gd name="adj" fmla="val 28571"/>
            </a:avLst>
          </a:prstGeom>
          <a:solidFill>
            <a:srgbClr val="0B26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04B4E67-6B66-4B90-AA7F-BCAA0B4F2BDD}"/>
              </a:ext>
            </a:extLst>
          </p:cNvPr>
          <p:cNvSpPr>
            <a:spLocks noGrp="1"/>
          </p:cNvSpPr>
          <p:nvPr/>
        </p:nvSpPr>
        <p:spPr>
          <a:xfrm>
            <a:off x="2876550" y="4867275"/>
            <a:ext cx="6286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Top 4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7685C72C-DAD0-431A-85DC-42C219F310B6}"/>
              </a:ext>
            </a:extLst>
          </p:cNvPr>
          <p:cNvSpPr>
            <a:spLocks noGrp="1"/>
          </p:cNvSpPr>
          <p:nvPr/>
        </p:nvSpPr>
        <p:spPr>
          <a:xfrm>
            <a:off x="3695700" y="4848225"/>
            <a:ext cx="95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1">
                <a:solidFill>
                  <a:srgbClr val="124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学生D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0928EDC5-B3A6-4ED8-9EAD-900ED2F62121}"/>
              </a:ext>
            </a:extLst>
          </p:cNvPr>
          <p:cNvSpPr>
            <a:spLocks noGrp="1"/>
          </p:cNvSpPr>
          <p:nvPr/>
        </p:nvSpPr>
        <p:spPr>
          <a:xfrm>
            <a:off x="4781550" y="4848225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5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夜间作息变化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64C44B71-19EF-41C0-A900-A539C7C08D3A}"/>
              </a:ext>
            </a:extLst>
          </p:cNvPr>
          <p:cNvSpPr>
            <a:spLocks noGrp="1"/>
          </p:cNvSpPr>
          <p:nvPr/>
        </p:nvSpPr>
        <p:spPr>
          <a:xfrm>
            <a:off x="6667500" y="4848225"/>
            <a:ext cx="57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E3A7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A7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76分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9C4E4BD6-3239-4018-8C7F-ECCCE85F6B65}"/>
              </a:ext>
            </a:extLst>
          </p:cNvPr>
          <p:cNvSpPr>
            <a:spLocks noGrp="1"/>
          </p:cNvSpPr>
          <p:nvPr/>
        </p:nvSpPr>
        <p:spPr>
          <a:xfrm>
            <a:off x="7448550" y="4848225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2类线索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644E3EF5-5F81-4880-BFF4-5C751583EEB9}"/>
              </a:ext>
            </a:extLst>
          </p:cNvPr>
          <p:cNvSpPr>
            <a:spLocks noGrp="1"/>
          </p:cNvSpPr>
          <p:nvPr/>
        </p:nvSpPr>
        <p:spPr>
          <a:xfrm>
            <a:off x="8763000" y="4848225"/>
            <a:ext cx="95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48小时内</a:t>
            </a:r>
          </a:p>
        </p:txBody>
      </p:sp>
      <p:sp>
        <p:nvSpPr>
          <p:cNvPr id="61" name="圆角矩形 60">
            <a:extLst>
              <a:ext uri="{FF2B5EF4-FFF2-40B4-BE49-F238E27FC236}">
                <a16:creationId xmlns:a16="http://schemas.microsoft.com/office/drawing/2014/main" id="{B4073AAE-A9AC-456C-93E3-E6EC48DC3684}"/>
              </a:ext>
            </a:extLst>
          </p:cNvPr>
          <p:cNvSpPr>
            <a:spLocks noGrp="1"/>
          </p:cNvSpPr>
          <p:nvPr/>
        </p:nvSpPr>
        <p:spPr>
          <a:xfrm>
            <a:off x="10001250" y="4838700"/>
            <a:ext cx="1047750" cy="304800"/>
          </a:xfrm>
          <a:prstGeom prst="roundRect">
            <a:avLst>
              <a:gd name="adj" fmla="val 25000"/>
            </a:avLst>
          </a:prstGeom>
          <a:solidFill>
            <a:srgbClr val="E3A7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B91A4690-3F6B-42EE-A150-6C28B87B3D7D}"/>
              </a:ext>
            </a:extLst>
          </p:cNvPr>
          <p:cNvSpPr>
            <a:spLocks noGrp="1"/>
          </p:cNvSpPr>
          <p:nvPr/>
        </p:nvSpPr>
        <p:spPr>
          <a:xfrm>
            <a:off x="10001250" y="4848225"/>
            <a:ext cx="1047750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跟进反馈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3A0EA38E-0135-4B3D-8C3D-EB885385EF03}"/>
              </a:ext>
            </a:extLst>
          </p:cNvPr>
          <p:cNvSpPr>
            <a:spLocks noGrp="1"/>
          </p:cNvSpPr>
          <p:nvPr/>
        </p:nvSpPr>
        <p:spPr>
          <a:xfrm>
            <a:off x="2800350" y="5505450"/>
            <a:ext cx="8420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1">
                <a:solidFill>
                  <a:srgbClr val="124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反馈字段：联系情况 · 核实结果 · 关怀方式 · 噪声原因 · 持续关注 · 转交协同</a:t>
            </a:r>
          </a:p>
        </p:txBody>
      </p:sp>
    </p:spTree>
    <p:extLst>
      <p:ext uri="{BB962C8B-B14F-4D97-AF65-F5344CB8AC3E}">
        <p14:creationId xmlns:p14="http://schemas.microsoft.com/office/powerpoint/2010/main" val="1664003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矩形 66">
            <a:extLst>
              <a:ext uri="{FF2B5EF4-FFF2-40B4-BE49-F238E27FC236}">
                <a16:creationId xmlns:a16="http://schemas.microsoft.com/office/drawing/2014/main" id="{1B6F8178-D11F-41A0-A645-8B77C6A853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9-marker">
            <a:extLst>
              <a:ext uri="{FF2B5EF4-FFF2-40B4-BE49-F238E27FC236}">
                <a16:creationId xmlns:a16="http://schemas.microsoft.com/office/drawing/2014/main" id="{BAD96C22-8CFC-4DB4-B2EE-76779D07663D}"/>
              </a:ext>
            </a:extLst>
          </p:cNvPr>
          <p:cNvSpPr>
            <a:spLocks noGrp="1"/>
          </p:cNvSpPr>
          <p:nvPr/>
        </p:nvSpPr>
        <p:spPr>
          <a:xfrm>
            <a:off x="514350" y="419100"/>
            <a:ext cx="76200" cy="76200"/>
          </a:xfrm>
          <a:prstGeom prst="ellipse">
            <a:avLst/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9-label">
            <a:extLst>
              <a:ext uri="{FF2B5EF4-FFF2-40B4-BE49-F238E27FC236}">
                <a16:creationId xmlns:a16="http://schemas.microsoft.com/office/drawing/2014/main" id="{0271F410-9728-4DFB-85ED-A69A746A810E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1597A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597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领导驾驶舱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56A889-4BCA-4FAD-8F7C-3EDF32E438AB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477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850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领导关注态势、跟进与治理效能，不下钻不必要的学生敏感细节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95D4953-FC87-4C8E-B563-32BF7E1B07B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78909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78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学林知微 ScholarSense · 学生成长洞察与关爱协同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529C522-EE24-432C-88E4-A67FD5E1629B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1">
                <a:solidFill>
                  <a:srgbClr val="78909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78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19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ADDDF63A-2F7F-47F4-B8A6-4616E859FFB7}"/>
              </a:ext>
            </a:extLst>
          </p:cNvPr>
          <p:cNvSpPr>
            <a:spLocks noGrp="1"/>
          </p:cNvSpPr>
          <p:nvPr/>
        </p:nvSpPr>
        <p:spPr>
          <a:xfrm>
            <a:off x="10668000" y="419100"/>
            <a:ext cx="781050" cy="266700"/>
          </a:xfrm>
          <a:prstGeom prst="roundRect">
            <a:avLst>
              <a:gd name="adj" fmla="val 28571"/>
            </a:avLst>
          </a:prstGeom>
          <a:solidFill>
            <a:srgbClr val="EAF2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FFABDA5-8DFA-4F65-95EF-733B95CA9A27}"/>
              </a:ext>
            </a:extLst>
          </p:cNvPr>
          <p:cNvSpPr>
            <a:spLocks noGrp="1"/>
          </p:cNvSpPr>
          <p:nvPr/>
        </p:nvSpPr>
        <p:spPr>
          <a:xfrm>
            <a:off x="10668000" y="428625"/>
            <a:ext cx="7810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25" b="1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原型模拟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521321A-54E5-490E-ADD9-AA9E131C416F}"/>
              </a:ext>
            </a:extLst>
          </p:cNvPr>
          <p:cNvSpPr>
            <a:spLocks noGrp="1"/>
          </p:cNvSpPr>
          <p:nvPr/>
        </p:nvSpPr>
        <p:spPr>
          <a:xfrm>
            <a:off x="514350" y="1790700"/>
            <a:ext cx="25717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6ACA557-128F-4C2A-9BE5-A79D3813594A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2228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325" b="1">
                <a:solidFill>
                  <a:srgbClr val="124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67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EEA3819-1FAE-4945-B9C6-D7A7F1E910A4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22288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今日新增线索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5E996B5-D030-4E58-9217-95BF53771BE4}"/>
              </a:ext>
            </a:extLst>
          </p:cNvPr>
          <p:cNvSpPr>
            <a:spLocks noGrp="1"/>
          </p:cNvSpPr>
          <p:nvPr/>
        </p:nvSpPr>
        <p:spPr>
          <a:xfrm>
            <a:off x="685800" y="2609850"/>
            <a:ext cx="2228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+12.6% 较昨日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FB88A730-B109-49C4-935E-31B67F21023C}"/>
              </a:ext>
            </a:extLst>
          </p:cNvPr>
          <p:cNvSpPr>
            <a:spLocks noGrp="1"/>
          </p:cNvSpPr>
          <p:nvPr/>
        </p:nvSpPr>
        <p:spPr>
          <a:xfrm>
            <a:off x="3314700" y="1790700"/>
            <a:ext cx="25717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14C635D-9F72-4752-B12D-3989B570E08B}"/>
              </a:ext>
            </a:extLst>
          </p:cNvPr>
          <p:cNvSpPr>
            <a:spLocks noGrp="1"/>
          </p:cNvSpPr>
          <p:nvPr/>
        </p:nvSpPr>
        <p:spPr>
          <a:xfrm>
            <a:off x="3486150" y="1943100"/>
            <a:ext cx="2228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325" b="1">
                <a:solidFill>
                  <a:srgbClr val="C94F5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C94F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15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5F3656D-85F0-4D49-8F34-E12FFC927FCB}"/>
              </a:ext>
            </a:extLst>
          </p:cNvPr>
          <p:cNvSpPr>
            <a:spLocks noGrp="1"/>
          </p:cNvSpPr>
          <p:nvPr/>
        </p:nvSpPr>
        <p:spPr>
          <a:xfrm>
            <a:off x="3486150" y="2343150"/>
            <a:ext cx="22288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重点关怀学生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B0EB9FE-5616-40C4-9F3D-25C92D608931}"/>
              </a:ext>
            </a:extLst>
          </p:cNvPr>
          <p:cNvSpPr>
            <a:spLocks noGrp="1"/>
          </p:cNvSpPr>
          <p:nvPr/>
        </p:nvSpPr>
        <p:spPr>
          <a:xfrm>
            <a:off x="3486150" y="2609850"/>
            <a:ext cx="2228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今日需重点关注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9A944BC5-F23C-4D88-AA01-91C8304D3BE0}"/>
              </a:ext>
            </a:extLst>
          </p:cNvPr>
          <p:cNvSpPr>
            <a:spLocks noGrp="1"/>
          </p:cNvSpPr>
          <p:nvPr/>
        </p:nvSpPr>
        <p:spPr>
          <a:xfrm>
            <a:off x="6115050" y="1790700"/>
            <a:ext cx="25717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A536FB5-3F40-428C-8D00-D2C727A86110}"/>
              </a:ext>
            </a:extLst>
          </p:cNvPr>
          <p:cNvSpPr>
            <a:spLocks noGrp="1"/>
          </p:cNvSpPr>
          <p:nvPr/>
        </p:nvSpPr>
        <p:spPr>
          <a:xfrm>
            <a:off x="6286500" y="1943100"/>
            <a:ext cx="2228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325" b="1">
                <a:solidFill>
                  <a:srgbClr val="4FAF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4FAF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82.4%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6460E41-5775-40F4-8597-6A62E6E6BEDB}"/>
              </a:ext>
            </a:extLst>
          </p:cNvPr>
          <p:cNvSpPr>
            <a:spLocks noGrp="1"/>
          </p:cNvSpPr>
          <p:nvPr/>
        </p:nvSpPr>
        <p:spPr>
          <a:xfrm>
            <a:off x="6286500" y="2343150"/>
            <a:ext cx="22288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本周闭环率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4356573-8CC4-4834-9BFA-55C65CFF7F8F}"/>
              </a:ext>
            </a:extLst>
          </p:cNvPr>
          <p:cNvSpPr>
            <a:spLocks noGrp="1"/>
          </p:cNvSpPr>
          <p:nvPr/>
        </p:nvSpPr>
        <p:spPr>
          <a:xfrm>
            <a:off x="6286500" y="2609850"/>
            <a:ext cx="2228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+4.3pp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99F72287-6311-4353-8D13-65FAE594DF34}"/>
              </a:ext>
            </a:extLst>
          </p:cNvPr>
          <p:cNvSpPr>
            <a:spLocks noGrp="1"/>
          </p:cNvSpPr>
          <p:nvPr/>
        </p:nvSpPr>
        <p:spPr>
          <a:xfrm>
            <a:off x="8915400" y="1790700"/>
            <a:ext cx="25717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A7757DC-DEBA-4290-8ABD-84380E949C9A}"/>
              </a:ext>
            </a:extLst>
          </p:cNvPr>
          <p:cNvSpPr>
            <a:spLocks noGrp="1"/>
          </p:cNvSpPr>
          <p:nvPr/>
        </p:nvSpPr>
        <p:spPr>
          <a:xfrm>
            <a:off x="9086850" y="1943100"/>
            <a:ext cx="2228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325" b="1">
                <a:solidFill>
                  <a:srgbClr val="1597A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597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7.8%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8710D09-A7D7-45AA-953E-01AD7F88E77A}"/>
              </a:ext>
            </a:extLst>
          </p:cNvPr>
          <p:cNvSpPr>
            <a:spLocks noGrp="1"/>
          </p:cNvSpPr>
          <p:nvPr/>
        </p:nvSpPr>
        <p:spPr>
          <a:xfrm>
            <a:off x="9086850" y="2343150"/>
            <a:ext cx="22288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近30日噪声率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419BCE1-5E2F-434E-BB3A-345CA9A6D155}"/>
              </a:ext>
            </a:extLst>
          </p:cNvPr>
          <p:cNvSpPr>
            <a:spLocks noGrp="1"/>
          </p:cNvSpPr>
          <p:nvPr/>
        </p:nvSpPr>
        <p:spPr>
          <a:xfrm>
            <a:off x="9086850" y="2609850"/>
            <a:ext cx="2228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-1.1pp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94E5E1F8-62B0-4B53-A8B9-5C0250DBF78E}"/>
              </a:ext>
            </a:extLst>
          </p:cNvPr>
          <p:cNvSpPr>
            <a:spLocks noGrp="1"/>
          </p:cNvSpPr>
          <p:nvPr/>
        </p:nvSpPr>
        <p:spPr>
          <a:xfrm>
            <a:off x="514350" y="3105150"/>
            <a:ext cx="6667500" cy="25717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8792814-7E27-4DCB-BEC9-D1F82AEFF358}"/>
              </a:ext>
            </a:extLst>
          </p:cNvPr>
          <p:cNvSpPr>
            <a:spLocks noGrp="1"/>
          </p:cNvSpPr>
          <p:nvPr/>
        </p:nvSpPr>
        <p:spPr>
          <a:xfrm>
            <a:off x="781050" y="33337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最近7日关怀趋势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EB1A22B4-5AD4-4927-AA67-17B084873E60}"/>
              </a:ext>
            </a:extLst>
          </p:cNvPr>
          <p:cNvSpPr>
            <a:spLocks noGrp="1"/>
          </p:cNvSpPr>
          <p:nvPr/>
        </p:nvSpPr>
        <p:spPr>
          <a:xfrm>
            <a:off x="876300" y="4477703"/>
            <a:ext cx="400050" cy="780098"/>
          </a:xfrm>
          <a:prstGeom prst="roundRect">
            <a:avLst>
              <a:gd name="adj" fmla="val 19048"/>
            </a:avLst>
          </a:prstGeom>
          <a:solidFill>
            <a:srgbClr val="7AB9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BFFD8C8-396E-44EA-8174-1F672FC7EF0D}"/>
              </a:ext>
            </a:extLst>
          </p:cNvPr>
          <p:cNvSpPr>
            <a:spLocks noGrp="1"/>
          </p:cNvSpPr>
          <p:nvPr/>
        </p:nvSpPr>
        <p:spPr>
          <a:xfrm>
            <a:off x="857250" y="4230053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50" b="1">
                <a:solidFill>
                  <a:srgbClr val="124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39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1B98A39-7504-4779-B43E-C714EDA0396C}"/>
              </a:ext>
            </a:extLst>
          </p:cNvPr>
          <p:cNvSpPr>
            <a:spLocks noGrp="1"/>
          </p:cNvSpPr>
          <p:nvPr/>
        </p:nvSpPr>
        <p:spPr>
          <a:xfrm>
            <a:off x="857250" y="535305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5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D1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39C09D44-4A55-4DDA-8A63-C6BBA3FBC0B5}"/>
              </a:ext>
            </a:extLst>
          </p:cNvPr>
          <p:cNvSpPr>
            <a:spLocks noGrp="1"/>
          </p:cNvSpPr>
          <p:nvPr/>
        </p:nvSpPr>
        <p:spPr>
          <a:xfrm>
            <a:off x="1695450" y="4417695"/>
            <a:ext cx="400050" cy="840105"/>
          </a:xfrm>
          <a:prstGeom prst="roundRect">
            <a:avLst>
              <a:gd name="adj" fmla="val 19048"/>
            </a:avLst>
          </a:prstGeom>
          <a:solidFill>
            <a:srgbClr val="7AB9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A557870-3D8E-4230-A5F5-841D4D869F74}"/>
              </a:ext>
            </a:extLst>
          </p:cNvPr>
          <p:cNvSpPr>
            <a:spLocks noGrp="1"/>
          </p:cNvSpPr>
          <p:nvPr/>
        </p:nvSpPr>
        <p:spPr>
          <a:xfrm>
            <a:off x="1676400" y="4170045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50" b="1">
                <a:solidFill>
                  <a:srgbClr val="124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42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23F2786-5914-4AE6-8B7B-A75B5D2C3720}"/>
              </a:ext>
            </a:extLst>
          </p:cNvPr>
          <p:cNvSpPr>
            <a:spLocks noGrp="1"/>
          </p:cNvSpPr>
          <p:nvPr/>
        </p:nvSpPr>
        <p:spPr>
          <a:xfrm>
            <a:off x="1676400" y="535305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5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D2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D71D0D91-5F84-4DED-816E-04DFA96A5039}"/>
              </a:ext>
            </a:extLst>
          </p:cNvPr>
          <p:cNvSpPr>
            <a:spLocks noGrp="1"/>
          </p:cNvSpPr>
          <p:nvPr/>
        </p:nvSpPr>
        <p:spPr>
          <a:xfrm>
            <a:off x="2514600" y="4357688"/>
            <a:ext cx="400050" cy="900113"/>
          </a:xfrm>
          <a:prstGeom prst="roundRect">
            <a:avLst>
              <a:gd name="adj" fmla="val 19048"/>
            </a:avLst>
          </a:prstGeom>
          <a:solidFill>
            <a:srgbClr val="7AB9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7623A2D-8293-48BD-A5B3-FBF905EF2E90}"/>
              </a:ext>
            </a:extLst>
          </p:cNvPr>
          <p:cNvSpPr>
            <a:spLocks noGrp="1"/>
          </p:cNvSpPr>
          <p:nvPr/>
        </p:nvSpPr>
        <p:spPr>
          <a:xfrm>
            <a:off x="2495550" y="4110038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50" b="1">
                <a:solidFill>
                  <a:srgbClr val="124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45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666E9CB-3C8B-48A5-A8E6-04509DFCB4BD}"/>
              </a:ext>
            </a:extLst>
          </p:cNvPr>
          <p:cNvSpPr>
            <a:spLocks noGrp="1"/>
          </p:cNvSpPr>
          <p:nvPr/>
        </p:nvSpPr>
        <p:spPr>
          <a:xfrm>
            <a:off x="2495550" y="535305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5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D3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EF916A6B-178D-41E8-90F5-2C9526777F0C}"/>
              </a:ext>
            </a:extLst>
          </p:cNvPr>
          <p:cNvSpPr>
            <a:spLocks noGrp="1"/>
          </p:cNvSpPr>
          <p:nvPr/>
        </p:nvSpPr>
        <p:spPr>
          <a:xfrm>
            <a:off x="3333750" y="4157663"/>
            <a:ext cx="400050" cy="1100138"/>
          </a:xfrm>
          <a:prstGeom prst="roundRect">
            <a:avLst>
              <a:gd name="adj" fmla="val 19048"/>
            </a:avLst>
          </a:prstGeom>
          <a:solidFill>
            <a:srgbClr val="7AB9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90532ED-87DA-4724-9DFA-B5349942DA07}"/>
              </a:ext>
            </a:extLst>
          </p:cNvPr>
          <p:cNvSpPr>
            <a:spLocks noGrp="1"/>
          </p:cNvSpPr>
          <p:nvPr/>
        </p:nvSpPr>
        <p:spPr>
          <a:xfrm>
            <a:off x="3314700" y="3910013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50" b="1">
                <a:solidFill>
                  <a:srgbClr val="124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55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E5A754B-B330-4B6D-AE0D-BEFAB18A11B3}"/>
              </a:ext>
            </a:extLst>
          </p:cNvPr>
          <p:cNvSpPr>
            <a:spLocks noGrp="1"/>
          </p:cNvSpPr>
          <p:nvPr/>
        </p:nvSpPr>
        <p:spPr>
          <a:xfrm>
            <a:off x="3314700" y="535305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5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D4</a:t>
            </a:r>
          </a:p>
        </p:txBody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427DCEFA-5390-4CC4-8949-C04A3EE5EF20}"/>
              </a:ext>
            </a:extLst>
          </p:cNvPr>
          <p:cNvSpPr>
            <a:spLocks noGrp="1"/>
          </p:cNvSpPr>
          <p:nvPr/>
        </p:nvSpPr>
        <p:spPr>
          <a:xfrm>
            <a:off x="4152900" y="4357688"/>
            <a:ext cx="400050" cy="900113"/>
          </a:xfrm>
          <a:prstGeom prst="roundRect">
            <a:avLst>
              <a:gd name="adj" fmla="val 19048"/>
            </a:avLst>
          </a:prstGeom>
          <a:solidFill>
            <a:srgbClr val="7AB9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E8128A3-04A0-4365-8285-C14EE1E2511D}"/>
              </a:ext>
            </a:extLst>
          </p:cNvPr>
          <p:cNvSpPr>
            <a:spLocks noGrp="1"/>
          </p:cNvSpPr>
          <p:nvPr/>
        </p:nvSpPr>
        <p:spPr>
          <a:xfrm>
            <a:off x="4133850" y="4110038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50" b="1">
                <a:solidFill>
                  <a:srgbClr val="124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45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09DABAC-68E1-4CAD-8815-9390FDA4821F}"/>
              </a:ext>
            </a:extLst>
          </p:cNvPr>
          <p:cNvSpPr>
            <a:spLocks noGrp="1"/>
          </p:cNvSpPr>
          <p:nvPr/>
        </p:nvSpPr>
        <p:spPr>
          <a:xfrm>
            <a:off x="4133850" y="535305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5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D5</a:t>
            </a:r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D96E515D-A144-4575-BD5E-150DFCB7C195}"/>
              </a:ext>
            </a:extLst>
          </p:cNvPr>
          <p:cNvSpPr>
            <a:spLocks noGrp="1"/>
          </p:cNvSpPr>
          <p:nvPr/>
        </p:nvSpPr>
        <p:spPr>
          <a:xfrm>
            <a:off x="4972050" y="4037648"/>
            <a:ext cx="400050" cy="1220153"/>
          </a:xfrm>
          <a:prstGeom prst="roundRect">
            <a:avLst>
              <a:gd name="adj" fmla="val 19048"/>
            </a:avLst>
          </a:prstGeom>
          <a:solidFill>
            <a:srgbClr val="7AB9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395BF0F-41FD-494D-9BA5-D218C5878F1C}"/>
              </a:ext>
            </a:extLst>
          </p:cNvPr>
          <p:cNvSpPr>
            <a:spLocks noGrp="1"/>
          </p:cNvSpPr>
          <p:nvPr/>
        </p:nvSpPr>
        <p:spPr>
          <a:xfrm>
            <a:off x="4953000" y="3789998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50" b="1">
                <a:solidFill>
                  <a:srgbClr val="124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61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0AE4483-1912-4F22-B766-DA809D3E4496}"/>
              </a:ext>
            </a:extLst>
          </p:cNvPr>
          <p:cNvSpPr>
            <a:spLocks noGrp="1"/>
          </p:cNvSpPr>
          <p:nvPr/>
        </p:nvSpPr>
        <p:spPr>
          <a:xfrm>
            <a:off x="4953000" y="535305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5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D6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5C8451AB-7528-44D3-85E4-1B779F0E7896}"/>
              </a:ext>
            </a:extLst>
          </p:cNvPr>
          <p:cNvSpPr>
            <a:spLocks noGrp="1"/>
          </p:cNvSpPr>
          <p:nvPr/>
        </p:nvSpPr>
        <p:spPr>
          <a:xfrm>
            <a:off x="5791200" y="3917632"/>
            <a:ext cx="400050" cy="1340168"/>
          </a:xfrm>
          <a:prstGeom prst="roundRect">
            <a:avLst>
              <a:gd name="adj" fmla="val 19048"/>
            </a:avLst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D9385EA-B69D-4D64-8693-E963B3B293A7}"/>
              </a:ext>
            </a:extLst>
          </p:cNvPr>
          <p:cNvSpPr>
            <a:spLocks noGrp="1"/>
          </p:cNvSpPr>
          <p:nvPr/>
        </p:nvSpPr>
        <p:spPr>
          <a:xfrm>
            <a:off x="5772150" y="3669982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50" b="1">
                <a:solidFill>
                  <a:srgbClr val="124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67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7E56FBA-818B-4BAB-BCFE-FF6754381682}"/>
              </a:ext>
            </a:extLst>
          </p:cNvPr>
          <p:cNvSpPr>
            <a:spLocks noGrp="1"/>
          </p:cNvSpPr>
          <p:nvPr/>
        </p:nvSpPr>
        <p:spPr>
          <a:xfrm>
            <a:off x="5772150" y="535305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5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D7</a:t>
            </a:r>
          </a:p>
        </p:txBody>
      </p: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D68EBC63-3874-4A39-8E5F-010C94695301}"/>
              </a:ext>
            </a:extLst>
          </p:cNvPr>
          <p:cNvSpPr>
            <a:spLocks noGrp="1"/>
          </p:cNvSpPr>
          <p:nvPr/>
        </p:nvSpPr>
        <p:spPr>
          <a:xfrm>
            <a:off x="7448550" y="3105150"/>
            <a:ext cx="4229100" cy="25717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D59EEAF-4797-4684-9C48-020E70690766}"/>
              </a:ext>
            </a:extLst>
          </p:cNvPr>
          <p:cNvSpPr>
            <a:spLocks noGrp="1"/>
          </p:cNvSpPr>
          <p:nvPr/>
        </p:nvSpPr>
        <p:spPr>
          <a:xfrm>
            <a:off x="7715250" y="33337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学院关怀与跟进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7A0DBDC-7769-4A4F-AEF4-F671B785BA03}"/>
              </a:ext>
            </a:extLst>
          </p:cNvPr>
          <p:cNvSpPr>
            <a:spLocks noGrp="1"/>
          </p:cNvSpPr>
          <p:nvPr/>
        </p:nvSpPr>
        <p:spPr>
          <a:xfrm>
            <a:off x="7715250" y="37909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计算机学院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4C623D6-D6B1-4BF3-854D-B9D990659B8B}"/>
              </a:ext>
            </a:extLst>
          </p:cNvPr>
          <p:cNvSpPr>
            <a:spLocks noGrp="1"/>
          </p:cNvSpPr>
          <p:nvPr/>
        </p:nvSpPr>
        <p:spPr>
          <a:xfrm>
            <a:off x="10020300" y="379095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1">
                <a:solidFill>
                  <a:srgbClr val="4FAF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4FAF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38条 / 91.2%</a:t>
            </a:r>
          </a:p>
        </p:txBody>
      </p:sp>
      <p:sp>
        <p:nvSpPr>
          <p:cNvPr id="52" name="圆角矩形 51">
            <a:extLst>
              <a:ext uri="{FF2B5EF4-FFF2-40B4-BE49-F238E27FC236}">
                <a16:creationId xmlns:a16="http://schemas.microsoft.com/office/drawing/2014/main" id="{AFC2E924-0FD5-499C-ADCC-B7F4904080A0}"/>
              </a:ext>
            </a:extLst>
          </p:cNvPr>
          <p:cNvSpPr>
            <a:spLocks noGrp="1"/>
          </p:cNvSpPr>
          <p:nvPr/>
        </p:nvSpPr>
        <p:spPr>
          <a:xfrm>
            <a:off x="7715250" y="4057650"/>
            <a:ext cx="3429000" cy="76200"/>
          </a:xfrm>
          <a:prstGeom prst="roundRect">
            <a:avLst>
              <a:gd name="adj" fmla="val 50000"/>
            </a:avLst>
          </a:prstGeom>
          <a:solidFill>
            <a:srgbClr val="E6EE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圆角矩形 52">
            <a:extLst>
              <a:ext uri="{FF2B5EF4-FFF2-40B4-BE49-F238E27FC236}">
                <a16:creationId xmlns:a16="http://schemas.microsoft.com/office/drawing/2014/main" id="{DC549F80-42BD-42F2-846D-40F2EF82D966}"/>
              </a:ext>
            </a:extLst>
          </p:cNvPr>
          <p:cNvSpPr>
            <a:spLocks noGrp="1"/>
          </p:cNvSpPr>
          <p:nvPr/>
        </p:nvSpPr>
        <p:spPr>
          <a:xfrm>
            <a:off x="7715250" y="4057650"/>
            <a:ext cx="3127248" cy="76200"/>
          </a:xfrm>
          <a:prstGeom prst="roundRect">
            <a:avLst>
              <a:gd name="adj" fmla="val 50000"/>
            </a:avLst>
          </a:prstGeom>
          <a:solidFill>
            <a:srgbClr val="4FAF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DEB46C17-AF1E-47D5-ADAB-2099665B5EDD}"/>
              </a:ext>
            </a:extLst>
          </p:cNvPr>
          <p:cNvSpPr>
            <a:spLocks noGrp="1"/>
          </p:cNvSpPr>
          <p:nvPr/>
        </p:nvSpPr>
        <p:spPr>
          <a:xfrm>
            <a:off x="7715250" y="4219575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外国语学院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DD973188-2AA5-43C3-8DEC-F32FA7EC79C3}"/>
              </a:ext>
            </a:extLst>
          </p:cNvPr>
          <p:cNvSpPr>
            <a:spLocks noGrp="1"/>
          </p:cNvSpPr>
          <p:nvPr/>
        </p:nvSpPr>
        <p:spPr>
          <a:xfrm>
            <a:off x="10020300" y="4219575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1">
                <a:solidFill>
                  <a:srgbClr val="4FAF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4FAF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19条 / 88.6%</a:t>
            </a:r>
          </a:p>
        </p:txBody>
      </p:sp>
      <p:sp>
        <p:nvSpPr>
          <p:cNvPr id="56" name="圆角矩形 55">
            <a:extLst>
              <a:ext uri="{FF2B5EF4-FFF2-40B4-BE49-F238E27FC236}">
                <a16:creationId xmlns:a16="http://schemas.microsoft.com/office/drawing/2014/main" id="{8D6A09D5-4D77-4BFA-AC19-57D029B67159}"/>
              </a:ext>
            </a:extLst>
          </p:cNvPr>
          <p:cNvSpPr>
            <a:spLocks noGrp="1"/>
          </p:cNvSpPr>
          <p:nvPr/>
        </p:nvSpPr>
        <p:spPr>
          <a:xfrm>
            <a:off x="7715250" y="4486275"/>
            <a:ext cx="3429000" cy="76200"/>
          </a:xfrm>
          <a:prstGeom prst="roundRect">
            <a:avLst>
              <a:gd name="adj" fmla="val 50000"/>
            </a:avLst>
          </a:prstGeom>
          <a:solidFill>
            <a:srgbClr val="E6EE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圆角矩形 56">
            <a:extLst>
              <a:ext uri="{FF2B5EF4-FFF2-40B4-BE49-F238E27FC236}">
                <a16:creationId xmlns:a16="http://schemas.microsoft.com/office/drawing/2014/main" id="{E5FE40BC-823A-4236-A54D-46DC2F46CE8F}"/>
              </a:ext>
            </a:extLst>
          </p:cNvPr>
          <p:cNvSpPr>
            <a:spLocks noGrp="1"/>
          </p:cNvSpPr>
          <p:nvPr/>
        </p:nvSpPr>
        <p:spPr>
          <a:xfrm>
            <a:off x="7715250" y="4486275"/>
            <a:ext cx="3038094" cy="76200"/>
          </a:xfrm>
          <a:prstGeom prst="roundRect">
            <a:avLst>
              <a:gd name="adj" fmla="val 50000"/>
            </a:avLst>
          </a:prstGeom>
          <a:solidFill>
            <a:srgbClr val="4FAF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9F370D71-DD00-4C4A-A4D8-F73BA38D4AA2}"/>
              </a:ext>
            </a:extLst>
          </p:cNvPr>
          <p:cNvSpPr>
            <a:spLocks noGrp="1"/>
          </p:cNvSpPr>
          <p:nvPr/>
        </p:nvSpPr>
        <p:spPr>
          <a:xfrm>
            <a:off x="7715250" y="46482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商学院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A71A36C4-173F-420D-ABE6-837979BF887B}"/>
              </a:ext>
            </a:extLst>
          </p:cNvPr>
          <p:cNvSpPr>
            <a:spLocks noGrp="1"/>
          </p:cNvSpPr>
          <p:nvPr/>
        </p:nvSpPr>
        <p:spPr>
          <a:xfrm>
            <a:off x="10020300" y="464820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1">
                <a:solidFill>
                  <a:srgbClr val="4FAF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4FAF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31条 / 82.4%</a:t>
            </a:r>
          </a:p>
        </p:txBody>
      </p:sp>
      <p:sp>
        <p:nvSpPr>
          <p:cNvPr id="60" name="圆角矩形 59">
            <a:extLst>
              <a:ext uri="{FF2B5EF4-FFF2-40B4-BE49-F238E27FC236}">
                <a16:creationId xmlns:a16="http://schemas.microsoft.com/office/drawing/2014/main" id="{9B4A4E50-6C66-47F1-A87E-9F4916C4FC67}"/>
              </a:ext>
            </a:extLst>
          </p:cNvPr>
          <p:cNvSpPr>
            <a:spLocks noGrp="1"/>
          </p:cNvSpPr>
          <p:nvPr/>
        </p:nvSpPr>
        <p:spPr>
          <a:xfrm>
            <a:off x="7715250" y="4914900"/>
            <a:ext cx="3429000" cy="76200"/>
          </a:xfrm>
          <a:prstGeom prst="roundRect">
            <a:avLst>
              <a:gd name="adj" fmla="val 50000"/>
            </a:avLst>
          </a:prstGeom>
          <a:solidFill>
            <a:srgbClr val="E6EE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圆角矩形 60">
            <a:extLst>
              <a:ext uri="{FF2B5EF4-FFF2-40B4-BE49-F238E27FC236}">
                <a16:creationId xmlns:a16="http://schemas.microsoft.com/office/drawing/2014/main" id="{39DC3258-EFE9-42C6-81A5-19BD4B4662B5}"/>
              </a:ext>
            </a:extLst>
          </p:cNvPr>
          <p:cNvSpPr>
            <a:spLocks noGrp="1"/>
          </p:cNvSpPr>
          <p:nvPr/>
        </p:nvSpPr>
        <p:spPr>
          <a:xfrm>
            <a:off x="7715250" y="4914900"/>
            <a:ext cx="2825496" cy="76200"/>
          </a:xfrm>
          <a:prstGeom prst="roundRect">
            <a:avLst>
              <a:gd name="adj" fmla="val 50000"/>
            </a:avLst>
          </a:prstGeom>
          <a:solidFill>
            <a:srgbClr val="4FAF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93741C38-D08C-4B1F-BDE5-FEEFB2AF97EB}"/>
              </a:ext>
            </a:extLst>
          </p:cNvPr>
          <p:cNvSpPr>
            <a:spLocks noGrp="1"/>
          </p:cNvSpPr>
          <p:nvPr/>
        </p:nvSpPr>
        <p:spPr>
          <a:xfrm>
            <a:off x="7715250" y="5076825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机械工程学院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86A1E7EB-58F1-46BB-BE42-A7D25AE3072B}"/>
              </a:ext>
            </a:extLst>
          </p:cNvPr>
          <p:cNvSpPr>
            <a:spLocks noGrp="1"/>
          </p:cNvSpPr>
          <p:nvPr/>
        </p:nvSpPr>
        <p:spPr>
          <a:xfrm>
            <a:off x="10020300" y="5076825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1">
                <a:solidFill>
                  <a:srgbClr val="D97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D978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27条 / 75.3%</a:t>
            </a:r>
          </a:p>
        </p:txBody>
      </p:sp>
      <p:sp>
        <p:nvSpPr>
          <p:cNvPr id="64" name="圆角矩形 63">
            <a:extLst>
              <a:ext uri="{FF2B5EF4-FFF2-40B4-BE49-F238E27FC236}">
                <a16:creationId xmlns:a16="http://schemas.microsoft.com/office/drawing/2014/main" id="{C577F41F-D6CD-47EA-916F-517A183B23CF}"/>
              </a:ext>
            </a:extLst>
          </p:cNvPr>
          <p:cNvSpPr>
            <a:spLocks noGrp="1"/>
          </p:cNvSpPr>
          <p:nvPr/>
        </p:nvSpPr>
        <p:spPr>
          <a:xfrm>
            <a:off x="7715250" y="5343525"/>
            <a:ext cx="3429000" cy="76200"/>
          </a:xfrm>
          <a:prstGeom prst="roundRect">
            <a:avLst>
              <a:gd name="adj" fmla="val 50000"/>
            </a:avLst>
          </a:prstGeom>
          <a:solidFill>
            <a:srgbClr val="E6EE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圆角矩形 64">
            <a:extLst>
              <a:ext uri="{FF2B5EF4-FFF2-40B4-BE49-F238E27FC236}">
                <a16:creationId xmlns:a16="http://schemas.microsoft.com/office/drawing/2014/main" id="{B2ADC1F0-65D5-4859-8F2C-74D78088CFF6}"/>
              </a:ext>
            </a:extLst>
          </p:cNvPr>
          <p:cNvSpPr>
            <a:spLocks noGrp="1"/>
          </p:cNvSpPr>
          <p:nvPr/>
        </p:nvSpPr>
        <p:spPr>
          <a:xfrm>
            <a:off x="7715250" y="5343525"/>
            <a:ext cx="2582037" cy="76200"/>
          </a:xfrm>
          <a:prstGeom prst="roundRect">
            <a:avLst>
              <a:gd name="adj" fmla="val 50000"/>
            </a:avLst>
          </a:prstGeom>
          <a:solidFill>
            <a:srgbClr val="D9783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1F1D85A8-81F7-4C12-998B-76A01135706E}"/>
              </a:ext>
            </a:extLst>
          </p:cNvPr>
          <p:cNvSpPr>
            <a:spLocks noGrp="1"/>
          </p:cNvSpPr>
          <p:nvPr/>
        </p:nvSpPr>
        <p:spPr>
          <a:xfrm>
            <a:off x="2400300" y="5962650"/>
            <a:ext cx="7391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75" b="1">
                <a:solidFill>
                  <a:srgbClr val="124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领导侧默认展示汇总和协同提醒；学生明细仅在授权和业务必要时下钻。</a:t>
            </a:r>
          </a:p>
        </p:txBody>
      </p:sp>
    </p:spTree>
    <p:extLst>
      <p:ext uri="{BB962C8B-B14F-4D97-AF65-F5344CB8AC3E}">
        <p14:creationId xmlns:p14="http://schemas.microsoft.com/office/powerpoint/2010/main" val="14394859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20-marker">
            <a:extLst>
              <a:ext uri="{FF2B5EF4-FFF2-40B4-BE49-F238E27FC236}">
                <a16:creationId xmlns:a16="http://schemas.microsoft.com/office/drawing/2014/main" id="{832CFA74-8FBB-4BBB-9E77-1ADC0DB62DA7}"/>
              </a:ext>
            </a:extLst>
          </p:cNvPr>
          <p:cNvSpPr>
            <a:spLocks noGrp="1"/>
          </p:cNvSpPr>
          <p:nvPr/>
        </p:nvSpPr>
        <p:spPr>
          <a:xfrm>
            <a:off x="514350" y="419100"/>
            <a:ext cx="76200" cy="76200"/>
          </a:xfrm>
          <a:prstGeom prst="ellipse">
            <a:avLst/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0-label">
            <a:extLst>
              <a:ext uri="{FF2B5EF4-FFF2-40B4-BE49-F238E27FC236}">
                <a16:creationId xmlns:a16="http://schemas.microsoft.com/office/drawing/2014/main" id="{FBEFA578-3613-4825-A170-ABA26B0A2186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1597A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597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模型与质量治理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E30CEC2-6315-4C9D-8BD4-67B6BEE88D97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477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625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只有数据可信、效果更优、分群差异可控、合规审批完成，候选模型才能发布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B8DA17E-EE0B-4056-8C99-50F1ED026136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78909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78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学林知微 ScholarSense · 学生成长洞察与关爱协同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4C9D498-C455-43EE-8681-C8BAC585929B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1">
                <a:solidFill>
                  <a:srgbClr val="78909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78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20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A5767330-07A4-413C-9A23-37D06210C8D7}"/>
              </a:ext>
            </a:extLst>
          </p:cNvPr>
          <p:cNvSpPr>
            <a:spLocks noGrp="1"/>
          </p:cNvSpPr>
          <p:nvPr/>
        </p:nvSpPr>
        <p:spPr>
          <a:xfrm>
            <a:off x="514350" y="2038350"/>
            <a:ext cx="2571750" cy="2857500"/>
          </a:xfrm>
          <a:prstGeom prst="roundRect">
            <a:avLst>
              <a:gd name="adj" fmla="val 2963"/>
            </a:avLst>
          </a:prstGeom>
          <a:solidFill>
            <a:srgbClr val="F7FAFB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CD484F44-3DB7-45D1-ADC7-91182EFF3442}"/>
              </a:ext>
            </a:extLst>
          </p:cNvPr>
          <p:cNvSpPr>
            <a:spLocks noGrp="1"/>
          </p:cNvSpPr>
          <p:nvPr/>
        </p:nvSpPr>
        <p:spPr>
          <a:xfrm>
            <a:off x="723900" y="2228850"/>
            <a:ext cx="400050" cy="400050"/>
          </a:xfrm>
          <a:prstGeom prst="ellipse">
            <a:avLst/>
          </a:prstGeom>
          <a:solidFill>
            <a:srgbClr val="124E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08D4C36-44BA-48B3-B6D0-1EB04AEDF8B2}"/>
              </a:ext>
            </a:extLst>
          </p:cNvPr>
          <p:cNvSpPr>
            <a:spLocks noGrp="1"/>
          </p:cNvSpPr>
          <p:nvPr/>
        </p:nvSpPr>
        <p:spPr>
          <a:xfrm>
            <a:off x="723900" y="2228850"/>
            <a:ext cx="400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01</a:t>
            </a:r>
          </a:p>
        </p:txBody>
      </p:sp>
      <p:pic>
        <p:nvPicPr>
          <p:cNvPr id="59" name="图形 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2381250" y="2228850"/>
            <a:ext cx="323850" cy="32385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266C2321-A7B4-441F-8892-7612DCD19CBB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数据质量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79CADCA-D01C-4043-9737-0DC17A9D0E74}"/>
              </a:ext>
            </a:extLst>
          </p:cNvPr>
          <p:cNvSpPr>
            <a:spLocks noGrp="1"/>
          </p:cNvSpPr>
          <p:nvPr/>
        </p:nvSpPr>
        <p:spPr>
          <a:xfrm>
            <a:off x="723900" y="3314700"/>
            <a:ext cx="2095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主键、连续性、覆盖率</a:t>
            </a:r>
          </a:p>
          <a:p>
            <a:pPr algn="l">
              <a:buNone/>
              <a:defRPr sz="105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异常数据源自动熔断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8D2DCF28-1CE8-4169-9417-895913480ED0}"/>
              </a:ext>
            </a:extLst>
          </p:cNvPr>
          <p:cNvSpPr>
            <a:spLocks noGrp="1"/>
          </p:cNvSpPr>
          <p:nvPr/>
        </p:nvSpPr>
        <p:spPr>
          <a:xfrm>
            <a:off x="723900" y="4324350"/>
            <a:ext cx="914400" cy="266700"/>
          </a:xfrm>
          <a:prstGeom prst="roundRect">
            <a:avLst>
              <a:gd name="adj" fmla="val 28571"/>
            </a:avLst>
          </a:prstGeom>
          <a:solidFill>
            <a:srgbClr val="EAF6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A98D2D8-4C35-4918-BC43-69B6FC4B0F35}"/>
              </a:ext>
            </a:extLst>
          </p:cNvPr>
          <p:cNvSpPr>
            <a:spLocks noGrp="1"/>
          </p:cNvSpPr>
          <p:nvPr/>
        </p:nvSpPr>
        <p:spPr>
          <a:xfrm>
            <a:off x="723900" y="4333875"/>
            <a:ext cx="9144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4FAF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4FAF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已通过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31878C70-BC36-4874-AA53-1B9CFD148BA0}"/>
              </a:ext>
            </a:extLst>
          </p:cNvPr>
          <p:cNvSpPr>
            <a:spLocks noGrp="1"/>
          </p:cNvSpPr>
          <p:nvPr/>
        </p:nvSpPr>
        <p:spPr>
          <a:xfrm>
            <a:off x="3314700" y="2038350"/>
            <a:ext cx="2571750" cy="2857500"/>
          </a:xfrm>
          <a:prstGeom prst="roundRect">
            <a:avLst>
              <a:gd name="adj" fmla="val 2963"/>
            </a:avLst>
          </a:prstGeom>
          <a:solidFill>
            <a:srgbClr val="F7FAFB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433431C8-40B6-4A35-AD7A-4953CC80D653}"/>
              </a:ext>
            </a:extLst>
          </p:cNvPr>
          <p:cNvSpPr>
            <a:spLocks noGrp="1"/>
          </p:cNvSpPr>
          <p:nvPr/>
        </p:nvSpPr>
        <p:spPr>
          <a:xfrm>
            <a:off x="3524250" y="2228850"/>
            <a:ext cx="400050" cy="400050"/>
          </a:xfrm>
          <a:prstGeom prst="ellipse">
            <a:avLst/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98399CF-4BE2-4C77-8B93-F97C9B2493C0}"/>
              </a:ext>
            </a:extLst>
          </p:cNvPr>
          <p:cNvSpPr>
            <a:spLocks noGrp="1"/>
          </p:cNvSpPr>
          <p:nvPr/>
        </p:nvSpPr>
        <p:spPr>
          <a:xfrm>
            <a:off x="3524250" y="2228850"/>
            <a:ext cx="400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02</a:t>
            </a:r>
          </a:p>
        </p:txBody>
      </p:sp>
      <p:pic>
        <p:nvPicPr>
          <p:cNvPr id="67" name="图形 17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5181600" y="2228850"/>
            <a:ext cx="323850" cy="323850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4F64EA34-11BC-4EBD-AD2D-9B699CBF92D5}"/>
              </a:ext>
            </a:extLst>
          </p:cNvPr>
          <p:cNvSpPr>
            <a:spLocks noGrp="1"/>
          </p:cNvSpPr>
          <p:nvPr/>
        </p:nvSpPr>
        <p:spPr>
          <a:xfrm>
            <a:off x="3524250" y="28575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效果评估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0A26280-05B3-462F-90F1-A339902AD5BB}"/>
              </a:ext>
            </a:extLst>
          </p:cNvPr>
          <p:cNvSpPr>
            <a:spLocks noGrp="1"/>
          </p:cNvSpPr>
          <p:nvPr/>
        </p:nvSpPr>
        <p:spPr>
          <a:xfrm>
            <a:off x="3524250" y="3314700"/>
            <a:ext cx="2095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Precision@K、Recall@K</a:t>
            </a:r>
          </a:p>
          <a:p>
            <a:pPr algn="l">
              <a:buNone/>
              <a:defRPr sz="105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噪声率与协同成效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6880741C-5E29-4F2D-8783-B74C163C8C49}"/>
              </a:ext>
            </a:extLst>
          </p:cNvPr>
          <p:cNvSpPr>
            <a:spLocks noGrp="1"/>
          </p:cNvSpPr>
          <p:nvPr/>
        </p:nvSpPr>
        <p:spPr>
          <a:xfrm>
            <a:off x="3524250" y="4324350"/>
            <a:ext cx="914400" cy="266700"/>
          </a:xfrm>
          <a:prstGeom prst="roundRect">
            <a:avLst>
              <a:gd name="adj" fmla="val 28571"/>
            </a:avLst>
          </a:prstGeom>
          <a:solidFill>
            <a:srgbClr val="EAF6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0ADF77E-318F-4B4C-9DB2-208C4F146404}"/>
              </a:ext>
            </a:extLst>
          </p:cNvPr>
          <p:cNvSpPr>
            <a:spLocks noGrp="1"/>
          </p:cNvSpPr>
          <p:nvPr/>
        </p:nvSpPr>
        <p:spPr>
          <a:xfrm>
            <a:off x="3524250" y="4333875"/>
            <a:ext cx="9144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4FAF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4FAF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已通过</a:t>
            </a: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D50FB9CD-02A4-4DA6-ACAA-3D646CB63C55}"/>
              </a:ext>
            </a:extLst>
          </p:cNvPr>
          <p:cNvSpPr>
            <a:spLocks noGrp="1"/>
          </p:cNvSpPr>
          <p:nvPr/>
        </p:nvSpPr>
        <p:spPr>
          <a:xfrm>
            <a:off x="6115050" y="2038350"/>
            <a:ext cx="2571750" cy="2857500"/>
          </a:xfrm>
          <a:prstGeom prst="roundRect">
            <a:avLst>
              <a:gd name="adj" fmla="val 2963"/>
            </a:avLst>
          </a:prstGeom>
          <a:solidFill>
            <a:srgbClr val="F7FAFB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9B0205D1-FD93-4893-955F-57B026E7B82D}"/>
              </a:ext>
            </a:extLst>
          </p:cNvPr>
          <p:cNvSpPr>
            <a:spLocks noGrp="1"/>
          </p:cNvSpPr>
          <p:nvPr/>
        </p:nvSpPr>
        <p:spPr>
          <a:xfrm>
            <a:off x="6324600" y="2228850"/>
            <a:ext cx="400050" cy="400050"/>
          </a:xfrm>
          <a:prstGeom prst="ellipse">
            <a:avLst/>
          </a:prstGeom>
          <a:solidFill>
            <a:srgbClr val="D9783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6487DA0-C16D-4D2E-8415-853B8478C6E4}"/>
              </a:ext>
            </a:extLst>
          </p:cNvPr>
          <p:cNvSpPr>
            <a:spLocks noGrp="1"/>
          </p:cNvSpPr>
          <p:nvPr/>
        </p:nvSpPr>
        <p:spPr>
          <a:xfrm>
            <a:off x="6324600" y="2228850"/>
            <a:ext cx="400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03</a:t>
            </a:r>
          </a:p>
        </p:txBody>
      </p:sp>
      <p:pic>
        <p:nvPicPr>
          <p:cNvPr id="75" name="图形 25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7981950" y="2228850"/>
            <a:ext cx="323850" cy="323850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3A30CE9A-B996-483A-88FD-F9FAA74D1528}"/>
              </a:ext>
            </a:extLst>
          </p:cNvPr>
          <p:cNvSpPr>
            <a:spLocks noGrp="1"/>
          </p:cNvSpPr>
          <p:nvPr/>
        </p:nvSpPr>
        <p:spPr>
          <a:xfrm>
            <a:off x="6324600" y="28575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分群公平性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E7329DB-8F71-4E3E-8DDE-4DCC8E86FACC}"/>
              </a:ext>
            </a:extLst>
          </p:cNvPr>
          <p:cNvSpPr>
            <a:spLocks noGrp="1"/>
          </p:cNvSpPr>
          <p:nvPr/>
        </p:nvSpPr>
        <p:spPr>
          <a:xfrm>
            <a:off x="6324600" y="3314700"/>
            <a:ext cx="2095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本科/研究生/实习等</a:t>
            </a:r>
          </a:p>
          <a:p>
            <a:pPr algn="l">
              <a:buNone/>
              <a:defRPr sz="105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噪声差异需解释整改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FE62A004-FEDD-44D9-8090-3C807E0913EA}"/>
              </a:ext>
            </a:extLst>
          </p:cNvPr>
          <p:cNvSpPr>
            <a:spLocks noGrp="1"/>
          </p:cNvSpPr>
          <p:nvPr/>
        </p:nvSpPr>
        <p:spPr>
          <a:xfrm>
            <a:off x="6324600" y="4324350"/>
            <a:ext cx="914400" cy="266700"/>
          </a:xfrm>
          <a:prstGeom prst="roundRect">
            <a:avLst>
              <a:gd name="adj" fmla="val 28571"/>
            </a:avLst>
          </a:prstGeom>
          <a:solidFill>
            <a:srgbClr val="FF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C83F0EB-AF9C-4787-8B42-A3DAD7A4474C}"/>
              </a:ext>
            </a:extLst>
          </p:cNvPr>
          <p:cNvSpPr>
            <a:spLocks noGrp="1"/>
          </p:cNvSpPr>
          <p:nvPr/>
        </p:nvSpPr>
        <p:spPr>
          <a:xfrm>
            <a:off x="6324600" y="4333875"/>
            <a:ext cx="9144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D97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D978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待整改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88CBA220-40FC-433D-8A09-0C938807FA99}"/>
              </a:ext>
            </a:extLst>
          </p:cNvPr>
          <p:cNvSpPr>
            <a:spLocks noGrp="1"/>
          </p:cNvSpPr>
          <p:nvPr/>
        </p:nvSpPr>
        <p:spPr>
          <a:xfrm>
            <a:off x="8915400" y="2038350"/>
            <a:ext cx="2571750" cy="2857500"/>
          </a:xfrm>
          <a:prstGeom prst="roundRect">
            <a:avLst>
              <a:gd name="adj" fmla="val 2963"/>
            </a:avLst>
          </a:prstGeom>
          <a:solidFill>
            <a:srgbClr val="F7FAFB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FD0BD453-7A32-4254-B705-53C85A28EFC1}"/>
              </a:ext>
            </a:extLst>
          </p:cNvPr>
          <p:cNvSpPr>
            <a:spLocks noGrp="1"/>
          </p:cNvSpPr>
          <p:nvPr/>
        </p:nvSpPr>
        <p:spPr>
          <a:xfrm>
            <a:off x="9124950" y="2228850"/>
            <a:ext cx="400050" cy="400050"/>
          </a:xfrm>
          <a:prstGeom prst="ellipse">
            <a:avLst/>
          </a:prstGeom>
          <a:solidFill>
            <a:srgbClr val="6E6AA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5D6AEAB-36D4-45A9-A0B0-897673BB1A12}"/>
              </a:ext>
            </a:extLst>
          </p:cNvPr>
          <p:cNvSpPr>
            <a:spLocks noGrp="1"/>
          </p:cNvSpPr>
          <p:nvPr/>
        </p:nvSpPr>
        <p:spPr>
          <a:xfrm>
            <a:off x="9124950" y="2228850"/>
            <a:ext cx="400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04</a:t>
            </a:r>
          </a:p>
        </p:txBody>
      </p:sp>
      <p:pic>
        <p:nvPicPr>
          <p:cNvPr id="83" name="图形 33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10782300" y="2228850"/>
            <a:ext cx="323850" cy="323850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E30C4F2C-109A-4DDB-ACB6-C6AC3ABC3713}"/>
              </a:ext>
            </a:extLst>
          </p:cNvPr>
          <p:cNvSpPr>
            <a:spLocks noGrp="1"/>
          </p:cNvSpPr>
          <p:nvPr/>
        </p:nvSpPr>
        <p:spPr>
          <a:xfrm>
            <a:off x="9124950" y="28575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合规与人工复核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636BB16-055E-4F64-8987-74F89FCC08B5}"/>
              </a:ext>
            </a:extLst>
          </p:cNvPr>
          <p:cNvSpPr>
            <a:spLocks noGrp="1"/>
          </p:cNvSpPr>
          <p:nvPr/>
        </p:nvSpPr>
        <p:spPr>
          <a:xfrm>
            <a:off x="9124950" y="3314700"/>
            <a:ext cx="2095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影响评估、授权范围</a:t>
            </a:r>
          </a:p>
          <a:p>
            <a:pPr algn="l">
              <a:buNone/>
              <a:defRPr sz="105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回退方案与责任确认</a:t>
            </a:r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B4E252F9-76D2-4311-ABF9-FE785B883719}"/>
              </a:ext>
            </a:extLst>
          </p:cNvPr>
          <p:cNvSpPr>
            <a:spLocks noGrp="1"/>
          </p:cNvSpPr>
          <p:nvPr/>
        </p:nvSpPr>
        <p:spPr>
          <a:xfrm>
            <a:off x="9124950" y="4324350"/>
            <a:ext cx="914400" cy="266700"/>
          </a:xfrm>
          <a:prstGeom prst="roundRect">
            <a:avLst>
              <a:gd name="adj" fmla="val 28571"/>
            </a:avLst>
          </a:prstGeom>
          <a:solidFill>
            <a:srgbClr val="FFF2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B9913BC-6B94-43BB-A41A-F036F0A0914D}"/>
              </a:ext>
            </a:extLst>
          </p:cNvPr>
          <p:cNvSpPr>
            <a:spLocks noGrp="1"/>
          </p:cNvSpPr>
          <p:nvPr/>
        </p:nvSpPr>
        <p:spPr>
          <a:xfrm>
            <a:off x="9124950" y="4333875"/>
            <a:ext cx="9144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D97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D978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待评审</a:t>
            </a:r>
          </a:p>
        </p:txBody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5EE428BE-B5DF-4B29-B672-A25DD5C04A47}"/>
              </a:ext>
            </a:extLst>
          </p:cNvPr>
          <p:cNvSpPr>
            <a:spLocks noGrp="1"/>
          </p:cNvSpPr>
          <p:nvPr/>
        </p:nvSpPr>
        <p:spPr>
          <a:xfrm>
            <a:off x="1200150" y="5219700"/>
            <a:ext cx="9791700" cy="609600"/>
          </a:xfrm>
          <a:prstGeom prst="roundRect">
            <a:avLst>
              <a:gd name="adj" fmla="val 12500"/>
            </a:avLst>
          </a:prstGeom>
          <a:solidFill>
            <a:srgbClr val="0B26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9" name="图形 39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1466850" y="5381625"/>
            <a:ext cx="285750" cy="285750"/>
          </a:xfrm>
          <a:prstGeom prst="rect">
            <a:avLst/>
          </a:prstGeom>
        </p:spPr>
      </p:pic>
      <p:sp>
        <p:nvSpPr>
          <p:cNvPr id="41" name="矩形 40">
            <a:extLst>
              <a:ext uri="{FF2B5EF4-FFF2-40B4-BE49-F238E27FC236}">
                <a16:creationId xmlns:a16="http://schemas.microsoft.com/office/drawing/2014/main" id="{37A1EA11-0E76-4E1B-A6E6-E5BC20FEFECB}"/>
              </a:ext>
            </a:extLst>
          </p:cNvPr>
          <p:cNvSpPr>
            <a:spLocks noGrp="1"/>
          </p:cNvSpPr>
          <p:nvPr/>
        </p:nvSpPr>
        <p:spPr>
          <a:xfrm>
            <a:off x="2000250" y="53911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30000"/>
              </a:lnSpc>
              <a:buNone/>
              <a:defRPr sz="1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灰度发布</a:t>
            </a:r>
            <a:r>
              <a:rPr sz="135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 + </a:t>
            </a:r>
            <a:r>
              <a:rPr sz="1350" b="1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稳定版本回退</a:t>
            </a:r>
            <a:endParaRPr sz="135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93FFB8A-0F67-488C-85E7-AE5304A0CC8F}"/>
              </a:ext>
            </a:extLst>
          </p:cNvPr>
          <p:cNvSpPr>
            <a:spLocks noGrp="1"/>
          </p:cNvSpPr>
          <p:nvPr/>
        </p:nvSpPr>
        <p:spPr>
          <a:xfrm>
            <a:off x="4552950" y="5381625"/>
            <a:ext cx="59626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70000"/>
              </a:lnSpc>
              <a:buNone/>
              <a:defRPr sz="1050" b="1">
                <a:solidFill>
                  <a:srgbClr val="BFD0D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altLang="en-US" sz="1050" b="1" dirty="0">
                <a:solidFill>
                  <a:srgbClr val="BFD0D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任一校验未通过，停止扩大范围；质量故障或效果下降时立即回退规则基线。</a:t>
            </a:r>
            <a:endParaRPr sz="1050" b="1" dirty="0">
              <a:solidFill>
                <a:srgbClr val="BFD0D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615DF1C-6B0B-47EB-81D4-94D47D2B0217}"/>
              </a:ext>
            </a:extLst>
          </p:cNvPr>
          <p:cNvSpPr>
            <a:spLocks noGrp="1"/>
          </p:cNvSpPr>
          <p:nvPr/>
        </p:nvSpPr>
        <p:spPr>
          <a:xfrm>
            <a:off x="2324100" y="6057900"/>
            <a:ext cx="7543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00" b="1">
                <a:solidFill>
                  <a:srgbClr val="124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模型评估围绕“有限跟进能力”展开，不以单一AUC或总体准确率作为上线依据。</a:t>
            </a:r>
          </a:p>
        </p:txBody>
      </p:sp>
    </p:spTree>
    <p:extLst>
      <p:ext uri="{BB962C8B-B14F-4D97-AF65-F5344CB8AC3E}">
        <p14:creationId xmlns:p14="http://schemas.microsoft.com/office/powerpoint/2010/main" val="13867132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E58C0F04-90C2-4364-9564-7F2CB2FB07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26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1-marker">
            <a:extLst>
              <a:ext uri="{FF2B5EF4-FFF2-40B4-BE49-F238E27FC236}">
                <a16:creationId xmlns:a16="http://schemas.microsoft.com/office/drawing/2014/main" id="{5E3DC317-9BF4-4580-82CC-524BEC460A5D}"/>
              </a:ext>
            </a:extLst>
          </p:cNvPr>
          <p:cNvSpPr>
            <a:spLocks noGrp="1"/>
          </p:cNvSpPr>
          <p:nvPr/>
        </p:nvSpPr>
        <p:spPr>
          <a:xfrm>
            <a:off x="514350" y="419100"/>
            <a:ext cx="76200" cy="76200"/>
          </a:xfrm>
          <a:prstGeom prst="ellipse">
            <a:avLst/>
          </a:prstGeom>
          <a:solidFill>
            <a:srgbClr val="79D7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1-label">
            <a:extLst>
              <a:ext uri="{FF2B5EF4-FFF2-40B4-BE49-F238E27FC236}">
                <a16:creationId xmlns:a16="http://schemas.microsoft.com/office/drawing/2014/main" id="{FAB87565-7DEB-46C7-B32A-106EEC8BB2BD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79D7D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79D7D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安全合规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D01EBBA-FADC-467F-838A-6B994670AF85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477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7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四道防线确保：数据只为关爱目的使用，敏感信息只在必要范围内可见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91221AC-C539-4BFA-9FC4-F537CE9EAC0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A9C1C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A9C1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学林知微 ScholarSense · 学生成长洞察与关爱协同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DBFA1F7-CC47-40F9-9D9E-D91CAC5994FB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1">
                <a:solidFill>
                  <a:srgbClr val="A9C1C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A9C1C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21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A6D7E063-156E-49B0-8CC0-C93CB8D2271C}"/>
              </a:ext>
            </a:extLst>
          </p:cNvPr>
          <p:cNvSpPr>
            <a:spLocks noGrp="1"/>
          </p:cNvSpPr>
          <p:nvPr/>
        </p:nvSpPr>
        <p:spPr>
          <a:xfrm>
            <a:off x="514350" y="2038350"/>
            <a:ext cx="2571750" cy="3143250"/>
          </a:xfrm>
          <a:prstGeom prst="roundRect">
            <a:avLst>
              <a:gd name="adj" fmla="val 2963"/>
            </a:avLst>
          </a:prstGeom>
          <a:solidFill>
            <a:srgbClr val="123544"/>
          </a:solidFill>
          <a:ln w="9525">
            <a:solidFill>
              <a:srgbClr val="315A69"/>
            </a:solidFill>
            <a:prstDash val="solid"/>
          </a:ln>
        </p:spPr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1007C06B-C686-4F52-B960-E0F8CABC22DC}"/>
              </a:ext>
            </a:extLst>
          </p:cNvPr>
          <p:cNvSpPr>
            <a:spLocks noGrp="1"/>
          </p:cNvSpPr>
          <p:nvPr/>
        </p:nvSpPr>
        <p:spPr>
          <a:xfrm>
            <a:off x="1343025" y="2266950"/>
            <a:ext cx="914400" cy="914400"/>
          </a:xfrm>
          <a:prstGeom prst="ellipse">
            <a:avLst/>
          </a:prstGeom>
          <a:solidFill>
            <a:srgbClr val="173C4A"/>
          </a:solidFill>
          <a:ln w="19050">
            <a:solidFill>
              <a:srgbClr val="1597A8"/>
            </a:solidFill>
            <a:prstDash val="solid"/>
          </a:ln>
        </p:spPr>
      </p:sp>
      <p:pic>
        <p:nvPicPr>
          <p:cNvPr id="47" name="图形 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628775" y="2552700"/>
            <a:ext cx="342900" cy="3429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86C345F3-C72B-40F7-A750-92A1B48B7EBB}"/>
              </a:ext>
            </a:extLst>
          </p:cNvPr>
          <p:cNvSpPr>
            <a:spLocks noGrp="1"/>
          </p:cNvSpPr>
          <p:nvPr/>
        </p:nvSpPr>
        <p:spPr>
          <a:xfrm>
            <a:off x="704850" y="21907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1597A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597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01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02CBE00-2A8B-4488-87AC-50454D7EB024}"/>
              </a:ext>
            </a:extLst>
          </p:cNvPr>
          <p:cNvSpPr>
            <a:spLocks noGrp="1"/>
          </p:cNvSpPr>
          <p:nvPr/>
        </p:nvSpPr>
        <p:spPr>
          <a:xfrm>
            <a:off x="742950" y="3467100"/>
            <a:ext cx="2114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最小必要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DF8BACE-FDB5-406A-A1DC-767A59D68D92}"/>
              </a:ext>
            </a:extLst>
          </p:cNvPr>
          <p:cNvSpPr>
            <a:spLocks noGrp="1"/>
          </p:cNvSpPr>
          <p:nvPr/>
        </p:nvSpPr>
        <p:spPr>
          <a:xfrm>
            <a:off x="762000" y="3981450"/>
            <a:ext cx="20764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0">
                <a:solidFill>
                  <a:srgbClr val="BFD0D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BFD0D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只接入完成成长关怀所需字段；夜间上网不接入任何访问内容。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09775D73-ED9E-49CA-AA42-F7CF83F18115}"/>
              </a:ext>
            </a:extLst>
          </p:cNvPr>
          <p:cNvSpPr>
            <a:spLocks noGrp="1"/>
          </p:cNvSpPr>
          <p:nvPr/>
        </p:nvSpPr>
        <p:spPr>
          <a:xfrm>
            <a:off x="3314700" y="2038350"/>
            <a:ext cx="2571750" cy="3143250"/>
          </a:xfrm>
          <a:prstGeom prst="roundRect">
            <a:avLst>
              <a:gd name="adj" fmla="val 2963"/>
            </a:avLst>
          </a:prstGeom>
          <a:solidFill>
            <a:srgbClr val="123544"/>
          </a:solidFill>
          <a:ln w="9525">
            <a:solidFill>
              <a:srgbClr val="315A69"/>
            </a:solidFill>
            <a:prstDash val="solid"/>
          </a:ln>
        </p:spPr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EF12E4C-5286-4283-A926-05A2212E8641}"/>
              </a:ext>
            </a:extLst>
          </p:cNvPr>
          <p:cNvSpPr>
            <a:spLocks noGrp="1"/>
          </p:cNvSpPr>
          <p:nvPr/>
        </p:nvSpPr>
        <p:spPr>
          <a:xfrm>
            <a:off x="4143375" y="2266950"/>
            <a:ext cx="914400" cy="914400"/>
          </a:xfrm>
          <a:prstGeom prst="ellipse">
            <a:avLst/>
          </a:prstGeom>
          <a:solidFill>
            <a:srgbClr val="173C4A"/>
          </a:solidFill>
          <a:ln w="19050">
            <a:solidFill>
              <a:srgbClr val="4FAF83"/>
            </a:solidFill>
            <a:prstDash val="solid"/>
          </a:ln>
        </p:spPr>
      </p:sp>
      <p:pic>
        <p:nvPicPr>
          <p:cNvPr id="53" name="图形 14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4429125" y="2552700"/>
            <a:ext cx="342900" cy="342900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739FB5E0-7FF2-49DB-9275-2C6DDACA6247}"/>
              </a:ext>
            </a:extLst>
          </p:cNvPr>
          <p:cNvSpPr>
            <a:spLocks noGrp="1"/>
          </p:cNvSpPr>
          <p:nvPr/>
        </p:nvSpPr>
        <p:spPr>
          <a:xfrm>
            <a:off x="3505200" y="21907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4FAF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4FAF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02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FC63D27-16C7-42AA-8D2B-94B0D709A290}"/>
              </a:ext>
            </a:extLst>
          </p:cNvPr>
          <p:cNvSpPr>
            <a:spLocks noGrp="1"/>
          </p:cNvSpPr>
          <p:nvPr/>
        </p:nvSpPr>
        <p:spPr>
          <a:xfrm>
            <a:off x="3543300" y="3467100"/>
            <a:ext cx="2114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分级授权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182E199-599F-4796-BD53-AFEDCC51601D}"/>
              </a:ext>
            </a:extLst>
          </p:cNvPr>
          <p:cNvSpPr>
            <a:spLocks noGrp="1"/>
          </p:cNvSpPr>
          <p:nvPr/>
        </p:nvSpPr>
        <p:spPr>
          <a:xfrm>
            <a:off x="3562350" y="3981450"/>
            <a:ext cx="20764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0">
                <a:solidFill>
                  <a:srgbClr val="BFD0D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BFD0D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辅导员看责任学生，心理标签仅授权角色可见，运维默认不看业务明细。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33F705F7-C55A-42A4-81D7-EC87C4284750}"/>
              </a:ext>
            </a:extLst>
          </p:cNvPr>
          <p:cNvSpPr>
            <a:spLocks noGrp="1"/>
          </p:cNvSpPr>
          <p:nvPr/>
        </p:nvSpPr>
        <p:spPr>
          <a:xfrm>
            <a:off x="6115050" y="2038350"/>
            <a:ext cx="2571750" cy="3143250"/>
          </a:xfrm>
          <a:prstGeom prst="roundRect">
            <a:avLst>
              <a:gd name="adj" fmla="val 2963"/>
            </a:avLst>
          </a:prstGeom>
          <a:solidFill>
            <a:srgbClr val="123544"/>
          </a:solidFill>
          <a:ln w="9525">
            <a:solidFill>
              <a:srgbClr val="315A69"/>
            </a:solidFill>
            <a:prstDash val="solid"/>
          </a:ln>
        </p:spPr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3504F2C9-2D68-4A00-A252-E5851A38B062}"/>
              </a:ext>
            </a:extLst>
          </p:cNvPr>
          <p:cNvSpPr>
            <a:spLocks noGrp="1"/>
          </p:cNvSpPr>
          <p:nvPr/>
        </p:nvSpPr>
        <p:spPr>
          <a:xfrm>
            <a:off x="6943725" y="2266950"/>
            <a:ext cx="914400" cy="914400"/>
          </a:xfrm>
          <a:prstGeom prst="ellipse">
            <a:avLst/>
          </a:prstGeom>
          <a:solidFill>
            <a:srgbClr val="173C4A"/>
          </a:solidFill>
          <a:ln w="19050">
            <a:solidFill>
              <a:srgbClr val="D9783E"/>
            </a:solidFill>
            <a:prstDash val="solid"/>
          </a:ln>
        </p:spPr>
      </p:sp>
      <p:pic>
        <p:nvPicPr>
          <p:cNvPr id="59" name="图形 20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7229475" y="2552700"/>
            <a:ext cx="342900" cy="342900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CE153F35-4733-4633-9F36-02A0D9D89DAA}"/>
              </a:ext>
            </a:extLst>
          </p:cNvPr>
          <p:cNvSpPr>
            <a:spLocks noGrp="1"/>
          </p:cNvSpPr>
          <p:nvPr/>
        </p:nvSpPr>
        <p:spPr>
          <a:xfrm>
            <a:off x="6305550" y="21907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D97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D978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03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E64A90C-FD38-452B-A1EC-4FB248AE8700}"/>
              </a:ext>
            </a:extLst>
          </p:cNvPr>
          <p:cNvSpPr>
            <a:spLocks noGrp="1"/>
          </p:cNvSpPr>
          <p:nvPr/>
        </p:nvSpPr>
        <p:spPr>
          <a:xfrm>
            <a:off x="6343650" y="3467100"/>
            <a:ext cx="2114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全程留痕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7AECF98-7508-46F2-9FF1-132116FD6DA9}"/>
              </a:ext>
            </a:extLst>
          </p:cNvPr>
          <p:cNvSpPr>
            <a:spLocks noGrp="1"/>
          </p:cNvSpPr>
          <p:nvPr/>
        </p:nvSpPr>
        <p:spPr>
          <a:xfrm>
            <a:off x="6362700" y="3981450"/>
            <a:ext cx="20764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0">
                <a:solidFill>
                  <a:srgbClr val="BFD0D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BFD0D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查看、导出、跟进、规则修改和白名单调整均记录人员、时间与对象。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59BCCE0F-96E4-4102-A7FE-D93BAB9D02F4}"/>
              </a:ext>
            </a:extLst>
          </p:cNvPr>
          <p:cNvSpPr>
            <a:spLocks noGrp="1"/>
          </p:cNvSpPr>
          <p:nvPr/>
        </p:nvSpPr>
        <p:spPr>
          <a:xfrm>
            <a:off x="8915400" y="2038350"/>
            <a:ext cx="2571750" cy="3143250"/>
          </a:xfrm>
          <a:prstGeom prst="roundRect">
            <a:avLst>
              <a:gd name="adj" fmla="val 2963"/>
            </a:avLst>
          </a:prstGeom>
          <a:solidFill>
            <a:srgbClr val="123544"/>
          </a:solidFill>
          <a:ln w="9525">
            <a:solidFill>
              <a:srgbClr val="315A69"/>
            </a:solidFill>
            <a:prstDash val="solid"/>
          </a:ln>
        </p:spPr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1CE33C36-56F4-4A49-BDC2-D6037BDA9431}"/>
              </a:ext>
            </a:extLst>
          </p:cNvPr>
          <p:cNvSpPr>
            <a:spLocks noGrp="1"/>
          </p:cNvSpPr>
          <p:nvPr/>
        </p:nvSpPr>
        <p:spPr>
          <a:xfrm>
            <a:off x="9744075" y="2266950"/>
            <a:ext cx="914400" cy="914400"/>
          </a:xfrm>
          <a:prstGeom prst="ellipse">
            <a:avLst/>
          </a:prstGeom>
          <a:solidFill>
            <a:srgbClr val="173C4A"/>
          </a:solidFill>
          <a:ln w="19050">
            <a:solidFill>
              <a:srgbClr val="6E6AAE"/>
            </a:solidFill>
            <a:prstDash val="solid"/>
          </a:ln>
        </p:spPr>
      </p:sp>
      <p:pic>
        <p:nvPicPr>
          <p:cNvPr id="65" name="图形 26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10029825" y="2552700"/>
            <a:ext cx="342900" cy="342900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7D8352D1-8F5B-4B5F-B0C0-FD0BB32EED2D}"/>
              </a:ext>
            </a:extLst>
          </p:cNvPr>
          <p:cNvSpPr>
            <a:spLocks noGrp="1"/>
          </p:cNvSpPr>
          <p:nvPr/>
        </p:nvSpPr>
        <p:spPr>
          <a:xfrm>
            <a:off x="9105900" y="219075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6E6AA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6E6AA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04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5813AD2-0E36-4482-B9DB-CF5822B6F37B}"/>
              </a:ext>
            </a:extLst>
          </p:cNvPr>
          <p:cNvSpPr>
            <a:spLocks noGrp="1"/>
          </p:cNvSpPr>
          <p:nvPr/>
        </p:nvSpPr>
        <p:spPr>
          <a:xfrm>
            <a:off x="9144000" y="3467100"/>
            <a:ext cx="2114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人工核实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FA8FCFC-C36A-4D4F-9C96-62F04B3DA69E}"/>
              </a:ext>
            </a:extLst>
          </p:cNvPr>
          <p:cNvSpPr>
            <a:spLocks noGrp="1"/>
          </p:cNvSpPr>
          <p:nvPr/>
        </p:nvSpPr>
        <p:spPr>
          <a:xfrm>
            <a:off x="9163050" y="3981450"/>
            <a:ext cx="20764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0">
                <a:solidFill>
                  <a:srgbClr val="BFD0D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BFD0D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系统建议必须经辅导员核实；重大不利决定不得仅由自动化模型作出。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0347AECA-737A-49C6-A608-E05DA428A2BC}"/>
              </a:ext>
            </a:extLst>
          </p:cNvPr>
          <p:cNvSpPr>
            <a:spLocks noGrp="1"/>
          </p:cNvSpPr>
          <p:nvPr/>
        </p:nvSpPr>
        <p:spPr>
          <a:xfrm>
            <a:off x="1790700" y="5562600"/>
            <a:ext cx="8610600" cy="590550"/>
          </a:xfrm>
          <a:prstGeom prst="roundRect">
            <a:avLst>
              <a:gd name="adj" fmla="val 12903"/>
            </a:avLst>
          </a:prstGeom>
          <a:solidFill>
            <a:srgbClr val="EAF4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80B3D02-7781-4777-9741-0E5B82460E0F}"/>
              </a:ext>
            </a:extLst>
          </p:cNvPr>
          <p:cNvSpPr>
            <a:spLocks noGrp="1"/>
          </p:cNvSpPr>
          <p:nvPr/>
        </p:nvSpPr>
        <p:spPr>
          <a:xfrm>
            <a:off x="2095500" y="573405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30000"/>
              </a:lnSpc>
              <a:buNone/>
              <a:defRPr sz="1200" b="1">
                <a:solidFill>
                  <a:srgbClr val="124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altLang="en-US" sz="1200" b="1" dirty="0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强制合规检查关卡</a:t>
            </a:r>
            <a:endParaRPr sz="1200" b="1" dirty="0">
              <a:solidFill>
                <a:srgbClr val="124E7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72B2CCE-8829-4ACA-957A-F41949CB30BE}"/>
              </a:ext>
            </a:extLst>
          </p:cNvPr>
          <p:cNvSpPr>
            <a:spLocks noGrp="1"/>
          </p:cNvSpPr>
          <p:nvPr/>
        </p:nvSpPr>
        <p:spPr>
          <a:xfrm>
            <a:off x="3657600" y="5715000"/>
            <a:ext cx="6362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50000"/>
              </a:lnSpc>
              <a:buNone/>
              <a:defRPr sz="1125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 dirty="0" err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必要性论证</a:t>
            </a:r>
            <a:r>
              <a:rPr sz="1125" b="1" dirty="0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 → </a:t>
            </a:r>
            <a:r>
              <a:rPr sz="1125" b="1" dirty="0" err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个人信息保护影响评估</a:t>
            </a:r>
            <a:r>
              <a:rPr sz="1125" b="1" dirty="0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 → </a:t>
            </a:r>
            <a:r>
              <a:rPr sz="1125" b="1" dirty="0" err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授权与脱敏配置</a:t>
            </a:r>
            <a:r>
              <a:rPr sz="1125" b="1" dirty="0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 → </a:t>
            </a:r>
            <a:r>
              <a:rPr sz="1125" b="1" dirty="0" err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审计与回退验证</a:t>
            </a:r>
            <a:endParaRPr sz="1125" b="1" dirty="0">
              <a:solidFill>
                <a:srgbClr val="17313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9833411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2-marker">
            <a:extLst>
              <a:ext uri="{FF2B5EF4-FFF2-40B4-BE49-F238E27FC236}">
                <a16:creationId xmlns:a16="http://schemas.microsoft.com/office/drawing/2014/main" id="{70754F47-A79E-4974-82E0-B447A3387606}"/>
              </a:ext>
            </a:extLst>
          </p:cNvPr>
          <p:cNvSpPr>
            <a:spLocks noGrp="1"/>
          </p:cNvSpPr>
          <p:nvPr/>
        </p:nvSpPr>
        <p:spPr>
          <a:xfrm>
            <a:off x="514350" y="419100"/>
            <a:ext cx="76200" cy="76200"/>
          </a:xfrm>
          <a:prstGeom prst="ellipse">
            <a:avLst/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>
              <a:ext uri="{FF2B5EF4-FFF2-40B4-BE49-F238E27FC236}">
                <a16:creationId xmlns:a16="http://schemas.microsoft.com/office/drawing/2014/main" id="{CAA4C0EB-EABD-4284-BBA4-45816A50AD65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1597A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lang="zh-CN" altLang="en-US" sz="975" b="1" dirty="0">
                <a:solidFill>
                  <a:srgbClr val="1597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建设建议</a:t>
            </a:r>
            <a:endParaRPr sz="975" b="1" dirty="0">
              <a:solidFill>
                <a:srgbClr val="1597A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3F365E8-AE49-41CF-B3F3-137C042B671E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477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700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建议以“小范围跑通闭环”为起点，逐步形成常态化学生关爱机制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B299A5E-2AE7-44DD-B1F5-696924BE9D97}"/>
              </a:ext>
            </a:extLst>
          </p:cNvPr>
          <p:cNvSpPr>
            <a:spLocks noGrp="1"/>
          </p:cNvSpPr>
          <p:nvPr/>
        </p:nvSpPr>
        <p:spPr>
          <a:xfrm>
            <a:off x="533400" y="1304925"/>
            <a:ext cx="10668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本期不是建设一个“自动判定系统”，而是建立一套跨部门协同、可解释、有人负责的成长关怀工作机制。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2FB88C5-7A0A-437B-BB55-AAC03FD07A45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78909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78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学林知微 ScholarSense · 学生成长洞察与关爱协同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FD865D3-3B80-45F9-A17B-3F2BC22786F9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1">
                <a:solidFill>
                  <a:srgbClr val="78909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78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02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CFCDAD8-6600-4958-ACEC-CF72B8BC9435}"/>
              </a:ext>
            </a:extLst>
          </p:cNvPr>
          <p:cNvSpPr>
            <a:spLocks noGrp="1"/>
          </p:cNvSpPr>
          <p:nvPr/>
        </p:nvSpPr>
        <p:spPr>
          <a:xfrm>
            <a:off x="514350" y="1905000"/>
            <a:ext cx="5715000" cy="3714750"/>
          </a:xfrm>
          <a:prstGeom prst="roundRect">
            <a:avLst>
              <a:gd name="adj" fmla="val 2051"/>
            </a:avLst>
          </a:prstGeom>
          <a:solidFill>
            <a:srgbClr val="0B26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790E539-7AA3-4E34-8391-4114275EF216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79D7D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79D7D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一条建设主线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C02ACAE-1B54-43A4-8739-7C2ACAB915A4}"/>
              </a:ext>
            </a:extLst>
          </p:cNvPr>
          <p:cNvSpPr>
            <a:spLocks noGrp="1"/>
          </p:cNvSpPr>
          <p:nvPr/>
        </p:nvSpPr>
        <p:spPr>
          <a:xfrm>
            <a:off x="800100" y="2667000"/>
            <a:ext cx="4762500" cy="1485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数据发现细微信号</a:t>
            </a:r>
          </a:p>
          <a:p>
            <a:pPr algn="l">
              <a:buNone/>
              <a:defRPr sz="2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AI 辅助形成解释</a:t>
            </a:r>
          </a:p>
          <a:p>
            <a:pPr algn="l">
              <a:buNone/>
              <a:defRPr sz="2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辅导员完成核实与关爱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F6E6675-AC32-4828-B18D-142FA7511488}"/>
              </a:ext>
            </a:extLst>
          </p:cNvPr>
          <p:cNvSpPr>
            <a:spLocks noGrp="1"/>
          </p:cNvSpPr>
          <p:nvPr/>
        </p:nvSpPr>
        <p:spPr>
          <a:xfrm>
            <a:off x="800100" y="4591050"/>
            <a:ext cx="4762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BFD0D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BFD0D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任何模型输出都只是“需核实的线索”，最终判断与跟进责任始终在人。</a:t>
            </a:r>
          </a:p>
        </p:txBody>
      </p:sp>
      <p:pic>
        <p:nvPicPr>
          <p:cNvPr id="40" name="图形 1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428166" y="4822917"/>
            <a:ext cx="685800" cy="685800"/>
          </a:xfrm>
          <a:prstGeom prst="rect">
            <a:avLst/>
          </a:prstGeom>
        </p:spPr>
      </p:pic>
      <p:sp>
        <p:nvSpPr>
          <p:cNvPr id="13" name="椭圆 12">
            <a:extLst>
              <a:ext uri="{FF2B5EF4-FFF2-40B4-BE49-F238E27FC236}">
                <a16:creationId xmlns:a16="http://schemas.microsoft.com/office/drawing/2014/main" id="{222C8917-CC5E-41FE-A2A0-AFF9E88FE7D9}"/>
              </a:ext>
            </a:extLst>
          </p:cNvPr>
          <p:cNvSpPr>
            <a:spLocks noGrp="1"/>
          </p:cNvSpPr>
          <p:nvPr/>
        </p:nvSpPr>
        <p:spPr>
          <a:xfrm>
            <a:off x="6743700" y="2038350"/>
            <a:ext cx="419100" cy="419100"/>
          </a:xfrm>
          <a:prstGeom prst="ellipse">
            <a:avLst/>
          </a:prstGeom>
          <a:solidFill>
            <a:srgbClr val="124E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CC14D8A-5429-4418-B4E3-3D03BE57F0FB}"/>
              </a:ext>
            </a:extLst>
          </p:cNvPr>
          <p:cNvSpPr>
            <a:spLocks noGrp="1"/>
          </p:cNvSpPr>
          <p:nvPr/>
        </p:nvSpPr>
        <p:spPr>
          <a:xfrm>
            <a:off x="6743700" y="2038350"/>
            <a:ext cx="419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01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F962EA8-3684-4AC6-9CFE-435C4F81D7E8}"/>
              </a:ext>
            </a:extLst>
          </p:cNvPr>
          <p:cNvSpPr>
            <a:spLocks noGrp="1"/>
          </p:cNvSpPr>
          <p:nvPr/>
        </p:nvSpPr>
        <p:spPr>
          <a:xfrm>
            <a:off x="7353300" y="1962150"/>
            <a:ext cx="3714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协调首期数据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64D716A-17CE-40CC-8092-956C857529AA}"/>
              </a:ext>
            </a:extLst>
          </p:cNvPr>
          <p:cNvSpPr>
            <a:spLocks noGrp="1"/>
          </p:cNvSpPr>
          <p:nvPr/>
        </p:nvSpPr>
        <p:spPr>
          <a:xfrm>
            <a:off x="7353300" y="2324100"/>
            <a:ext cx="3810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 dirty="0" err="1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学生基础、住宿、消费、门禁、学业、请销假与校园网夜间汇总</a:t>
            </a:r>
            <a:r>
              <a:rPr sz="1050" b="0" dirty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。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72824FD2-45C5-440D-9EA6-1A5FF2134631}"/>
              </a:ext>
            </a:extLst>
          </p:cNvPr>
          <p:cNvSpPr>
            <a:spLocks noGrp="1"/>
          </p:cNvSpPr>
          <p:nvPr/>
        </p:nvSpPr>
        <p:spPr>
          <a:xfrm>
            <a:off x="6743700" y="3257550"/>
            <a:ext cx="419100" cy="419100"/>
          </a:xfrm>
          <a:prstGeom prst="ellipse">
            <a:avLst/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3FF6601-D665-4023-976A-49D6D37CC197}"/>
              </a:ext>
            </a:extLst>
          </p:cNvPr>
          <p:cNvSpPr>
            <a:spLocks noGrp="1"/>
          </p:cNvSpPr>
          <p:nvPr/>
        </p:nvSpPr>
        <p:spPr>
          <a:xfrm>
            <a:off x="6743700" y="3257550"/>
            <a:ext cx="419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02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6423D14-0DE1-4F98-9D67-6ED129444EBF}"/>
              </a:ext>
            </a:extLst>
          </p:cNvPr>
          <p:cNvSpPr>
            <a:spLocks noGrp="1"/>
          </p:cNvSpPr>
          <p:nvPr/>
        </p:nvSpPr>
        <p:spPr>
          <a:xfrm>
            <a:off x="7353300" y="3181350"/>
            <a:ext cx="3714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确定试点范围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E5E61AE-0E4D-4B66-9140-1D0831C44A5F}"/>
              </a:ext>
            </a:extLst>
          </p:cNvPr>
          <p:cNvSpPr>
            <a:spLocks noGrp="1"/>
          </p:cNvSpPr>
          <p:nvPr/>
        </p:nvSpPr>
        <p:spPr>
          <a:xfrm>
            <a:off x="7353300" y="3543300"/>
            <a:ext cx="3810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选择1-2个学院，覆盖本研、不同年级与不同培养节奏。</a:t>
            </a: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1EF1786C-CD41-464B-8C38-55B6D7D6A2D4}"/>
              </a:ext>
            </a:extLst>
          </p:cNvPr>
          <p:cNvSpPr>
            <a:spLocks noGrp="1"/>
          </p:cNvSpPr>
          <p:nvPr/>
        </p:nvSpPr>
        <p:spPr>
          <a:xfrm>
            <a:off x="6743700" y="4476750"/>
            <a:ext cx="419100" cy="419100"/>
          </a:xfrm>
          <a:prstGeom prst="ellipse">
            <a:avLst/>
          </a:prstGeom>
          <a:solidFill>
            <a:srgbClr val="4FAF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FDD9CB1-51B3-4FEB-A83C-A42CEADB7DF3}"/>
              </a:ext>
            </a:extLst>
          </p:cNvPr>
          <p:cNvSpPr>
            <a:spLocks noGrp="1"/>
          </p:cNvSpPr>
          <p:nvPr/>
        </p:nvSpPr>
        <p:spPr>
          <a:xfrm>
            <a:off x="6743700" y="4476750"/>
            <a:ext cx="419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03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86AA854-2188-4B8F-AA03-6071ABB12C56}"/>
              </a:ext>
            </a:extLst>
          </p:cNvPr>
          <p:cNvSpPr>
            <a:spLocks noGrp="1"/>
          </p:cNvSpPr>
          <p:nvPr/>
        </p:nvSpPr>
        <p:spPr>
          <a:xfrm>
            <a:off x="7353300" y="4400550"/>
            <a:ext cx="3714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建立联合机制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E8ACD60-12BE-477D-BE85-7EF27D5DC6DD}"/>
              </a:ext>
            </a:extLst>
          </p:cNvPr>
          <p:cNvSpPr>
            <a:spLocks noGrp="1"/>
          </p:cNvSpPr>
          <p:nvPr/>
        </p:nvSpPr>
        <p:spPr>
          <a:xfrm>
            <a:off x="7353300" y="4762500"/>
            <a:ext cx="3810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6F7F8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F7F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学工牵头，数信、教务、保卫、后勤、心理、资助共同参与。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EFEC935F-D5E9-4F56-B498-597868A96EA7}"/>
              </a:ext>
            </a:extLst>
          </p:cNvPr>
          <p:cNvSpPr>
            <a:spLocks noGrp="1"/>
          </p:cNvSpPr>
          <p:nvPr/>
        </p:nvSpPr>
        <p:spPr>
          <a:xfrm>
            <a:off x="6743700" y="5772150"/>
            <a:ext cx="2095500" cy="285750"/>
          </a:xfrm>
          <a:prstGeom prst="roundRect">
            <a:avLst>
              <a:gd name="adj" fmla="val 26667"/>
            </a:avLst>
          </a:prstGeom>
          <a:solidFill>
            <a:srgbClr val="1597A8">
              <a:alpha val="7059"/>
            </a:srgbClr>
          </a:solidFill>
          <a:ln w="9525">
            <a:solidFill>
              <a:srgbClr val="1597A8">
                <a:alpha val="26667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7D6AE9F-840B-4C85-BC21-0C0A2E12893F}"/>
              </a:ext>
            </a:extLst>
          </p:cNvPr>
          <p:cNvSpPr>
            <a:spLocks noGrp="1"/>
          </p:cNvSpPr>
          <p:nvPr/>
        </p:nvSpPr>
        <p:spPr>
          <a:xfrm>
            <a:off x="6743700" y="5781675"/>
            <a:ext cx="20955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1597A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597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建议先试运行、后扩范围</a:t>
            </a:r>
          </a:p>
        </p:txBody>
      </p:sp>
    </p:spTree>
    <p:extLst>
      <p:ext uri="{BB962C8B-B14F-4D97-AF65-F5344CB8AC3E}">
        <p14:creationId xmlns:p14="http://schemas.microsoft.com/office/powerpoint/2010/main" val="17172007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矩形 64">
            <a:extLst>
              <a:ext uri="{FF2B5EF4-FFF2-40B4-BE49-F238E27FC236}">
                <a16:creationId xmlns:a16="http://schemas.microsoft.com/office/drawing/2014/main" id="{7ED252AC-0C6C-4665-B871-430BCDBBF1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2-marker">
            <a:extLst>
              <a:ext uri="{FF2B5EF4-FFF2-40B4-BE49-F238E27FC236}">
                <a16:creationId xmlns:a16="http://schemas.microsoft.com/office/drawing/2014/main" id="{5E5053B8-B0C7-44F7-98B1-29C8DD34F981}"/>
              </a:ext>
            </a:extLst>
          </p:cNvPr>
          <p:cNvSpPr>
            <a:spLocks noGrp="1"/>
          </p:cNvSpPr>
          <p:nvPr/>
        </p:nvSpPr>
        <p:spPr>
          <a:xfrm>
            <a:off x="514350" y="419100"/>
            <a:ext cx="76200" cy="76200"/>
          </a:xfrm>
          <a:prstGeom prst="ellipse">
            <a:avLst/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2-label">
            <a:extLst>
              <a:ext uri="{FF2B5EF4-FFF2-40B4-BE49-F238E27FC236}">
                <a16:creationId xmlns:a16="http://schemas.microsoft.com/office/drawing/2014/main" id="{4344235A-017D-49E8-9D19-08D630DE7A97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1597A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597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试运行计划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3E92D1B-9387-4AB6-B3AE-CC7A338119F5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477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850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四阶段由规则确认走向常态运营，每阶段都有明确产出、验收与退出条件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8505C16-21C9-4E32-BD08-8A65F0EDDC85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78909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>
                <a:solidFill>
                  <a:srgbClr val="78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学林知微 ScholarSense · 学生成长洞察与关爱协同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2E438AC-0583-4E23-A920-9808C41164C9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1">
                <a:solidFill>
                  <a:srgbClr val="78909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78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22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2A02AB3-3F83-4E7A-857A-AA35060329FA}"/>
              </a:ext>
            </a:extLst>
          </p:cNvPr>
          <p:cNvSpPr>
            <a:spLocks noGrp="1"/>
          </p:cNvSpPr>
          <p:nvPr/>
        </p:nvSpPr>
        <p:spPr>
          <a:xfrm>
            <a:off x="876300" y="2400300"/>
            <a:ext cx="10001250" cy="38100"/>
          </a:xfrm>
          <a:prstGeom prst="rect">
            <a:avLst/>
          </a:prstGeom>
          <a:solidFill>
            <a:srgbClr val="CCDC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C15EC091-7841-4E31-A2E6-6D48AA508C1B}"/>
              </a:ext>
            </a:extLst>
          </p:cNvPr>
          <p:cNvSpPr>
            <a:spLocks noGrp="1"/>
          </p:cNvSpPr>
          <p:nvPr/>
        </p:nvSpPr>
        <p:spPr>
          <a:xfrm>
            <a:off x="1524000" y="2133600"/>
            <a:ext cx="533400" cy="533400"/>
          </a:xfrm>
          <a:prstGeom prst="ellipse">
            <a:avLst/>
          </a:prstGeom>
          <a:solidFill>
            <a:srgbClr val="124E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0DF2A57-2508-45A6-8BC2-355C2B22AE6D}"/>
              </a:ext>
            </a:extLst>
          </p:cNvPr>
          <p:cNvSpPr>
            <a:spLocks noGrp="1"/>
          </p:cNvSpPr>
          <p:nvPr/>
        </p:nvSpPr>
        <p:spPr>
          <a:xfrm>
            <a:off x="1524000" y="2133600"/>
            <a:ext cx="5334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1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F7A6215B-4B02-428D-9968-1E1805AB7B38}"/>
              </a:ext>
            </a:extLst>
          </p:cNvPr>
          <p:cNvSpPr>
            <a:spLocks noGrp="1"/>
          </p:cNvSpPr>
          <p:nvPr/>
        </p:nvSpPr>
        <p:spPr>
          <a:xfrm>
            <a:off x="514350" y="2857500"/>
            <a:ext cx="2571750" cy="26860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3FCDDE0-4D0F-4A79-81AF-2F26A4A79B9C}"/>
              </a:ext>
            </a:extLst>
          </p:cNvPr>
          <p:cNvSpPr>
            <a:spLocks noGrp="1"/>
          </p:cNvSpPr>
          <p:nvPr/>
        </p:nvSpPr>
        <p:spPr>
          <a:xfrm>
            <a:off x="514350" y="2857500"/>
            <a:ext cx="2571750" cy="76200"/>
          </a:xfrm>
          <a:prstGeom prst="rect">
            <a:avLst/>
          </a:prstGeom>
          <a:solidFill>
            <a:srgbClr val="124E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35915B3-DBCB-4E3D-AD41-45199CD811FD}"/>
              </a:ext>
            </a:extLst>
          </p:cNvPr>
          <p:cNvSpPr>
            <a:spLocks noGrp="1"/>
          </p:cNvSpPr>
          <p:nvPr/>
        </p:nvSpPr>
        <p:spPr>
          <a:xfrm>
            <a:off x="704850" y="31051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124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阶段一｜0-2个月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D9206B5-EB78-42F8-877B-848C42796CE8}"/>
              </a:ext>
            </a:extLst>
          </p:cNvPr>
          <p:cNvSpPr>
            <a:spLocks noGrp="1"/>
          </p:cNvSpPr>
          <p:nvPr/>
        </p:nvSpPr>
        <p:spPr>
          <a:xfrm>
            <a:off x="704850" y="3448050"/>
            <a:ext cx="2190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规则与数据准备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C8270FF0-81DA-4721-91E3-2A3A3DA6230B}"/>
              </a:ext>
            </a:extLst>
          </p:cNvPr>
          <p:cNvSpPr>
            <a:spLocks noGrp="1"/>
          </p:cNvSpPr>
          <p:nvPr/>
        </p:nvSpPr>
        <p:spPr>
          <a:xfrm>
            <a:off x="723900" y="3943350"/>
            <a:ext cx="95250" cy="95250"/>
          </a:xfrm>
          <a:prstGeom prst="ellipse">
            <a:avLst/>
          </a:prstGeom>
          <a:solidFill>
            <a:srgbClr val="124E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2334CDA-09E7-491F-B2F6-F8B95514649C}"/>
              </a:ext>
            </a:extLst>
          </p:cNvPr>
          <p:cNvSpPr>
            <a:spLocks noGrp="1"/>
          </p:cNvSpPr>
          <p:nvPr/>
        </p:nvSpPr>
        <p:spPr>
          <a:xfrm>
            <a:off x="933450" y="3886200"/>
            <a:ext cx="1866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确认首批场景与口径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D4A78D35-A369-419A-8263-9C35166E03BC}"/>
              </a:ext>
            </a:extLst>
          </p:cNvPr>
          <p:cNvSpPr>
            <a:spLocks noGrp="1"/>
          </p:cNvSpPr>
          <p:nvPr/>
        </p:nvSpPr>
        <p:spPr>
          <a:xfrm>
            <a:off x="723900" y="4305300"/>
            <a:ext cx="95250" cy="95250"/>
          </a:xfrm>
          <a:prstGeom prst="ellipse">
            <a:avLst/>
          </a:prstGeom>
          <a:solidFill>
            <a:srgbClr val="124E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ADA7564-FE55-44B0-9DD3-DF0408FC74CB}"/>
              </a:ext>
            </a:extLst>
          </p:cNvPr>
          <p:cNvSpPr>
            <a:spLocks noGrp="1"/>
          </p:cNvSpPr>
          <p:nvPr/>
        </p:nvSpPr>
        <p:spPr>
          <a:xfrm>
            <a:off x="933450" y="4248150"/>
            <a:ext cx="1866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明确数据责任与质量阈值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6FBD52CF-C48E-459E-B8FE-34250F0F39CF}"/>
              </a:ext>
            </a:extLst>
          </p:cNvPr>
          <p:cNvSpPr>
            <a:spLocks noGrp="1"/>
          </p:cNvSpPr>
          <p:nvPr/>
        </p:nvSpPr>
        <p:spPr>
          <a:xfrm>
            <a:off x="723900" y="4667250"/>
            <a:ext cx="95250" cy="95250"/>
          </a:xfrm>
          <a:prstGeom prst="ellipse">
            <a:avLst/>
          </a:prstGeom>
          <a:solidFill>
            <a:srgbClr val="124E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50A6214-EBCC-4F11-BE5D-01DFD74F61BC}"/>
              </a:ext>
            </a:extLst>
          </p:cNvPr>
          <p:cNvSpPr>
            <a:spLocks noGrp="1"/>
          </p:cNvSpPr>
          <p:nvPr/>
        </p:nvSpPr>
        <p:spPr>
          <a:xfrm>
            <a:off x="933450" y="4610100"/>
            <a:ext cx="1866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完成原型和历史数据回放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034176DC-B339-42CC-8159-9808B2766C84}"/>
              </a:ext>
            </a:extLst>
          </p:cNvPr>
          <p:cNvSpPr>
            <a:spLocks noGrp="1"/>
          </p:cNvSpPr>
          <p:nvPr/>
        </p:nvSpPr>
        <p:spPr>
          <a:xfrm>
            <a:off x="704850" y="5067300"/>
            <a:ext cx="1847850" cy="266700"/>
          </a:xfrm>
          <a:prstGeom prst="roundRect">
            <a:avLst>
              <a:gd name="adj" fmla="val 28571"/>
            </a:avLst>
          </a:prstGeom>
          <a:solidFill>
            <a:srgbClr val="EEF5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6EC2AEE-AEDC-4083-9346-DBD0F9E1C70F}"/>
              </a:ext>
            </a:extLst>
          </p:cNvPr>
          <p:cNvSpPr>
            <a:spLocks noGrp="1"/>
          </p:cNvSpPr>
          <p:nvPr/>
        </p:nvSpPr>
        <p:spPr>
          <a:xfrm>
            <a:off x="704850" y="5076825"/>
            <a:ext cx="18478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25" b="1">
                <a:solidFill>
                  <a:srgbClr val="124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可解释、可计算、可熔断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155CEC02-8F93-4B90-93D7-1F0ED23BF4EC}"/>
              </a:ext>
            </a:extLst>
          </p:cNvPr>
          <p:cNvSpPr>
            <a:spLocks noGrp="1"/>
          </p:cNvSpPr>
          <p:nvPr/>
        </p:nvSpPr>
        <p:spPr>
          <a:xfrm>
            <a:off x="4324350" y="2133600"/>
            <a:ext cx="533400" cy="533400"/>
          </a:xfrm>
          <a:prstGeom prst="ellipse">
            <a:avLst/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5EF72FF-70DD-465D-AC8C-E64F8A34A9DD}"/>
              </a:ext>
            </a:extLst>
          </p:cNvPr>
          <p:cNvSpPr>
            <a:spLocks noGrp="1"/>
          </p:cNvSpPr>
          <p:nvPr/>
        </p:nvSpPr>
        <p:spPr>
          <a:xfrm>
            <a:off x="4324350" y="2133600"/>
            <a:ext cx="5334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2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F0476CD7-F849-4D3E-82EA-AC9D82E7DD61}"/>
              </a:ext>
            </a:extLst>
          </p:cNvPr>
          <p:cNvSpPr>
            <a:spLocks noGrp="1"/>
          </p:cNvSpPr>
          <p:nvPr/>
        </p:nvSpPr>
        <p:spPr>
          <a:xfrm>
            <a:off x="3314700" y="2857500"/>
            <a:ext cx="2571750" cy="26860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9921D8B-204B-4978-A63E-EFB9A57DF742}"/>
              </a:ext>
            </a:extLst>
          </p:cNvPr>
          <p:cNvSpPr>
            <a:spLocks noGrp="1"/>
          </p:cNvSpPr>
          <p:nvPr/>
        </p:nvSpPr>
        <p:spPr>
          <a:xfrm>
            <a:off x="3314700" y="2857500"/>
            <a:ext cx="2571750" cy="76200"/>
          </a:xfrm>
          <a:prstGeom prst="rect">
            <a:avLst/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C6493AD-0E6B-4814-B931-FC90243940A3}"/>
              </a:ext>
            </a:extLst>
          </p:cNvPr>
          <p:cNvSpPr>
            <a:spLocks noGrp="1"/>
          </p:cNvSpPr>
          <p:nvPr/>
        </p:nvSpPr>
        <p:spPr>
          <a:xfrm>
            <a:off x="3505200" y="31051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1597A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597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阶段二｜2-4个月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8101AC4-3DC6-4621-BE85-645618DE1CFD}"/>
              </a:ext>
            </a:extLst>
          </p:cNvPr>
          <p:cNvSpPr>
            <a:spLocks noGrp="1"/>
          </p:cNvSpPr>
          <p:nvPr/>
        </p:nvSpPr>
        <p:spPr>
          <a:xfrm>
            <a:off x="3505200" y="3448050"/>
            <a:ext cx="2190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学院试运行</a:t>
            </a: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51319617-BAFE-429E-B064-66AA41EE6D68}"/>
              </a:ext>
            </a:extLst>
          </p:cNvPr>
          <p:cNvSpPr>
            <a:spLocks noGrp="1"/>
          </p:cNvSpPr>
          <p:nvPr/>
        </p:nvSpPr>
        <p:spPr>
          <a:xfrm>
            <a:off x="3524250" y="3943350"/>
            <a:ext cx="95250" cy="95250"/>
          </a:xfrm>
          <a:prstGeom prst="ellipse">
            <a:avLst/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D3392A5-84CD-4F19-9B88-D59A482302D2}"/>
              </a:ext>
            </a:extLst>
          </p:cNvPr>
          <p:cNvSpPr>
            <a:spLocks noGrp="1"/>
          </p:cNvSpPr>
          <p:nvPr/>
        </p:nvSpPr>
        <p:spPr>
          <a:xfrm>
            <a:off x="3733800" y="3886200"/>
            <a:ext cx="1866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选择1-2个学院</a:t>
            </a: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36ECE89F-4017-4E53-92FD-7F9AEDAD4890}"/>
              </a:ext>
            </a:extLst>
          </p:cNvPr>
          <p:cNvSpPr>
            <a:spLocks noGrp="1"/>
          </p:cNvSpPr>
          <p:nvPr/>
        </p:nvSpPr>
        <p:spPr>
          <a:xfrm>
            <a:off x="3524250" y="4305300"/>
            <a:ext cx="95250" cy="95250"/>
          </a:xfrm>
          <a:prstGeom prst="ellipse">
            <a:avLst/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A3A87A9-5FBF-438E-AC91-876B970E4CC4}"/>
              </a:ext>
            </a:extLst>
          </p:cNvPr>
          <p:cNvSpPr>
            <a:spLocks noGrp="1"/>
          </p:cNvSpPr>
          <p:nvPr/>
        </p:nvSpPr>
        <p:spPr>
          <a:xfrm>
            <a:off x="3733800" y="4248150"/>
            <a:ext cx="1866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覆盖本研和不同年级</a:t>
            </a: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F0816700-2606-45B3-B2C5-7713806CD195}"/>
              </a:ext>
            </a:extLst>
          </p:cNvPr>
          <p:cNvSpPr>
            <a:spLocks noGrp="1"/>
          </p:cNvSpPr>
          <p:nvPr/>
        </p:nvSpPr>
        <p:spPr>
          <a:xfrm>
            <a:off x="3524250" y="4667250"/>
            <a:ext cx="95250" cy="95250"/>
          </a:xfrm>
          <a:prstGeom prst="ellipse">
            <a:avLst/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59F2889-8758-40D4-901D-D66999E79C28}"/>
              </a:ext>
            </a:extLst>
          </p:cNvPr>
          <p:cNvSpPr>
            <a:spLocks noGrp="1"/>
          </p:cNvSpPr>
          <p:nvPr/>
        </p:nvSpPr>
        <p:spPr>
          <a:xfrm>
            <a:off x="3733800" y="4610100"/>
            <a:ext cx="1866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建立辅导员跟进反馈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91DFC2AF-8AFC-4E9A-827F-09D437BB5A5D}"/>
              </a:ext>
            </a:extLst>
          </p:cNvPr>
          <p:cNvSpPr>
            <a:spLocks noGrp="1"/>
          </p:cNvSpPr>
          <p:nvPr/>
        </p:nvSpPr>
        <p:spPr>
          <a:xfrm>
            <a:off x="3505200" y="5067300"/>
            <a:ext cx="1847850" cy="266700"/>
          </a:xfrm>
          <a:prstGeom prst="roundRect">
            <a:avLst>
              <a:gd name="adj" fmla="val 28571"/>
            </a:avLst>
          </a:prstGeom>
          <a:solidFill>
            <a:srgbClr val="EEF5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F207257-4B71-4023-9384-1BDE13BF1164}"/>
              </a:ext>
            </a:extLst>
          </p:cNvPr>
          <p:cNvSpPr>
            <a:spLocks noGrp="1"/>
          </p:cNvSpPr>
          <p:nvPr/>
        </p:nvSpPr>
        <p:spPr>
          <a:xfrm>
            <a:off x="3505200" y="5076825"/>
            <a:ext cx="18478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25" b="1">
                <a:solidFill>
                  <a:srgbClr val="1597A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597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协同闭环跑通</a:t>
            </a: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BEBDD599-CDE5-4A84-BAE4-E7CA35184AC8}"/>
              </a:ext>
            </a:extLst>
          </p:cNvPr>
          <p:cNvSpPr>
            <a:spLocks noGrp="1"/>
          </p:cNvSpPr>
          <p:nvPr/>
        </p:nvSpPr>
        <p:spPr>
          <a:xfrm>
            <a:off x="7124700" y="2133600"/>
            <a:ext cx="533400" cy="533400"/>
          </a:xfrm>
          <a:prstGeom prst="ellipse">
            <a:avLst/>
          </a:prstGeom>
          <a:solidFill>
            <a:srgbClr val="4FAF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396A512-1B77-44D7-BF63-26AD46C9BA76}"/>
              </a:ext>
            </a:extLst>
          </p:cNvPr>
          <p:cNvSpPr>
            <a:spLocks noGrp="1"/>
          </p:cNvSpPr>
          <p:nvPr/>
        </p:nvSpPr>
        <p:spPr>
          <a:xfrm>
            <a:off x="7124700" y="2133600"/>
            <a:ext cx="5334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3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FCC0BDC9-955A-4A4E-8048-881F073ADA1B}"/>
              </a:ext>
            </a:extLst>
          </p:cNvPr>
          <p:cNvSpPr>
            <a:spLocks noGrp="1"/>
          </p:cNvSpPr>
          <p:nvPr/>
        </p:nvSpPr>
        <p:spPr>
          <a:xfrm>
            <a:off x="6115050" y="2857500"/>
            <a:ext cx="2571750" cy="26860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E920F50-1CFC-43D4-AD97-E30D6DA7CB83}"/>
              </a:ext>
            </a:extLst>
          </p:cNvPr>
          <p:cNvSpPr>
            <a:spLocks noGrp="1"/>
          </p:cNvSpPr>
          <p:nvPr/>
        </p:nvSpPr>
        <p:spPr>
          <a:xfrm>
            <a:off x="6115050" y="2857500"/>
            <a:ext cx="2571750" cy="76200"/>
          </a:xfrm>
          <a:prstGeom prst="rect">
            <a:avLst/>
          </a:prstGeom>
          <a:solidFill>
            <a:srgbClr val="4FAF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FE68181-AF55-462C-98F2-BFEBD1138C10}"/>
              </a:ext>
            </a:extLst>
          </p:cNvPr>
          <p:cNvSpPr>
            <a:spLocks noGrp="1"/>
          </p:cNvSpPr>
          <p:nvPr/>
        </p:nvSpPr>
        <p:spPr>
          <a:xfrm>
            <a:off x="6305550" y="31051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4FAF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4FAF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阶段三｜4-8个月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E76CA5F-F7F2-42D1-809F-1144F200D7C9}"/>
              </a:ext>
            </a:extLst>
          </p:cNvPr>
          <p:cNvSpPr>
            <a:spLocks noGrp="1"/>
          </p:cNvSpPr>
          <p:nvPr/>
        </p:nvSpPr>
        <p:spPr>
          <a:xfrm>
            <a:off x="6305550" y="3448050"/>
            <a:ext cx="2190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规则与模型优化</a:t>
            </a: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0B2B304D-5C5A-4981-98D3-443522697FC2}"/>
              </a:ext>
            </a:extLst>
          </p:cNvPr>
          <p:cNvSpPr>
            <a:spLocks noGrp="1"/>
          </p:cNvSpPr>
          <p:nvPr/>
        </p:nvSpPr>
        <p:spPr>
          <a:xfrm>
            <a:off x="6324600" y="3943350"/>
            <a:ext cx="95250" cy="95250"/>
          </a:xfrm>
          <a:prstGeom prst="ellipse">
            <a:avLst/>
          </a:prstGeom>
          <a:solidFill>
            <a:srgbClr val="4FAF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15BD545-9F56-420F-930A-BAFFD07BA4C0}"/>
              </a:ext>
            </a:extLst>
          </p:cNvPr>
          <p:cNvSpPr>
            <a:spLocks noGrp="1"/>
          </p:cNvSpPr>
          <p:nvPr/>
        </p:nvSpPr>
        <p:spPr>
          <a:xfrm>
            <a:off x="6534150" y="3886200"/>
            <a:ext cx="1866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个人基线与Top-k排序</a:t>
            </a: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F3347395-5E39-4629-9B75-4335AD4F40EA}"/>
              </a:ext>
            </a:extLst>
          </p:cNvPr>
          <p:cNvSpPr>
            <a:spLocks noGrp="1"/>
          </p:cNvSpPr>
          <p:nvPr/>
        </p:nvSpPr>
        <p:spPr>
          <a:xfrm>
            <a:off x="6324600" y="4305300"/>
            <a:ext cx="95250" cy="95250"/>
          </a:xfrm>
          <a:prstGeom prst="ellipse">
            <a:avLst/>
          </a:prstGeom>
          <a:solidFill>
            <a:srgbClr val="4FAF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4F61717-B2BE-4110-B2BE-66075DFA9EA9}"/>
              </a:ext>
            </a:extLst>
          </p:cNvPr>
          <p:cNvSpPr>
            <a:spLocks noGrp="1"/>
          </p:cNvSpPr>
          <p:nvPr/>
        </p:nvSpPr>
        <p:spPr>
          <a:xfrm>
            <a:off x="6534150" y="4248150"/>
            <a:ext cx="1866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降低噪声、补充豁免</a:t>
            </a: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443CD606-5EFC-4308-ABDE-D8DE45744F55}"/>
              </a:ext>
            </a:extLst>
          </p:cNvPr>
          <p:cNvSpPr>
            <a:spLocks noGrp="1"/>
          </p:cNvSpPr>
          <p:nvPr/>
        </p:nvSpPr>
        <p:spPr>
          <a:xfrm>
            <a:off x="6324600" y="4667250"/>
            <a:ext cx="95250" cy="95250"/>
          </a:xfrm>
          <a:prstGeom prst="ellipse">
            <a:avLst/>
          </a:prstGeom>
          <a:solidFill>
            <a:srgbClr val="4FAF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7B15291-F1BC-4633-A9B9-CD1D53B3B0BB}"/>
              </a:ext>
            </a:extLst>
          </p:cNvPr>
          <p:cNvSpPr>
            <a:spLocks noGrp="1"/>
          </p:cNvSpPr>
          <p:nvPr/>
        </p:nvSpPr>
        <p:spPr>
          <a:xfrm>
            <a:off x="6534150" y="4610100"/>
            <a:ext cx="1866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评估分群差异与效果</a:t>
            </a:r>
          </a:p>
        </p:txBody>
      </p: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88F2E3DC-FDB7-450C-B3AE-776243CD3B4B}"/>
              </a:ext>
            </a:extLst>
          </p:cNvPr>
          <p:cNvSpPr>
            <a:spLocks noGrp="1"/>
          </p:cNvSpPr>
          <p:nvPr/>
        </p:nvSpPr>
        <p:spPr>
          <a:xfrm>
            <a:off x="6305550" y="5067300"/>
            <a:ext cx="1847850" cy="266700"/>
          </a:xfrm>
          <a:prstGeom prst="roundRect">
            <a:avLst>
              <a:gd name="adj" fmla="val 28571"/>
            </a:avLst>
          </a:prstGeom>
          <a:solidFill>
            <a:srgbClr val="EEF5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FB5F736-D8F3-4C8C-A7D8-0A791F351B01}"/>
              </a:ext>
            </a:extLst>
          </p:cNvPr>
          <p:cNvSpPr>
            <a:spLocks noGrp="1"/>
          </p:cNvSpPr>
          <p:nvPr/>
        </p:nvSpPr>
        <p:spPr>
          <a:xfrm>
            <a:off x="6305550" y="5076825"/>
            <a:ext cx="18478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25" b="1">
                <a:solidFill>
                  <a:srgbClr val="4FAF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4FAF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优于规则基线</a:t>
            </a: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57AAF62D-6319-42A4-83FD-9CC732088409}"/>
              </a:ext>
            </a:extLst>
          </p:cNvPr>
          <p:cNvSpPr>
            <a:spLocks noGrp="1"/>
          </p:cNvSpPr>
          <p:nvPr/>
        </p:nvSpPr>
        <p:spPr>
          <a:xfrm>
            <a:off x="9925050" y="2133600"/>
            <a:ext cx="533400" cy="533400"/>
          </a:xfrm>
          <a:prstGeom prst="ellipse">
            <a:avLst/>
          </a:prstGeom>
          <a:solidFill>
            <a:srgbClr val="6E6AA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DABEB53-A64B-4B47-86F1-02DC7AEA9E84}"/>
              </a:ext>
            </a:extLst>
          </p:cNvPr>
          <p:cNvSpPr>
            <a:spLocks noGrp="1"/>
          </p:cNvSpPr>
          <p:nvPr/>
        </p:nvSpPr>
        <p:spPr>
          <a:xfrm>
            <a:off x="9925050" y="2133600"/>
            <a:ext cx="5334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4</a:t>
            </a:r>
          </a:p>
        </p:txBody>
      </p:sp>
      <p:sp>
        <p:nvSpPr>
          <p:cNvPr id="52" name="圆角矩形 51">
            <a:extLst>
              <a:ext uri="{FF2B5EF4-FFF2-40B4-BE49-F238E27FC236}">
                <a16:creationId xmlns:a16="http://schemas.microsoft.com/office/drawing/2014/main" id="{4B86226E-179B-403F-99D8-EFB56427F49D}"/>
              </a:ext>
            </a:extLst>
          </p:cNvPr>
          <p:cNvSpPr>
            <a:spLocks noGrp="1"/>
          </p:cNvSpPr>
          <p:nvPr/>
        </p:nvSpPr>
        <p:spPr>
          <a:xfrm>
            <a:off x="8915400" y="2857500"/>
            <a:ext cx="2571750" cy="26860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ADD0641-46DD-472B-B82E-A8604AD0AF17}"/>
              </a:ext>
            </a:extLst>
          </p:cNvPr>
          <p:cNvSpPr>
            <a:spLocks noGrp="1"/>
          </p:cNvSpPr>
          <p:nvPr/>
        </p:nvSpPr>
        <p:spPr>
          <a:xfrm>
            <a:off x="8915400" y="2857500"/>
            <a:ext cx="2571750" cy="76200"/>
          </a:xfrm>
          <a:prstGeom prst="rect">
            <a:avLst/>
          </a:prstGeom>
          <a:solidFill>
            <a:srgbClr val="6E6AA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779757A-1172-489A-B0F8-163E27CCF805}"/>
              </a:ext>
            </a:extLst>
          </p:cNvPr>
          <p:cNvSpPr>
            <a:spLocks noGrp="1"/>
          </p:cNvSpPr>
          <p:nvPr/>
        </p:nvSpPr>
        <p:spPr>
          <a:xfrm>
            <a:off x="9105900" y="31051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6E6AA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6E6AA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阶段四｜8-12个月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39DC3E7-8DFD-4774-8889-10461A390859}"/>
              </a:ext>
            </a:extLst>
          </p:cNvPr>
          <p:cNvSpPr>
            <a:spLocks noGrp="1"/>
          </p:cNvSpPr>
          <p:nvPr/>
        </p:nvSpPr>
        <p:spPr>
          <a:xfrm>
            <a:off x="9105900" y="3448050"/>
            <a:ext cx="2190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常态化运营</a:t>
            </a:r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737F0D57-3D37-467E-9EE7-393199D7671B}"/>
              </a:ext>
            </a:extLst>
          </p:cNvPr>
          <p:cNvSpPr>
            <a:spLocks noGrp="1"/>
          </p:cNvSpPr>
          <p:nvPr/>
        </p:nvSpPr>
        <p:spPr>
          <a:xfrm>
            <a:off x="9124950" y="3943350"/>
            <a:ext cx="95250" cy="95250"/>
          </a:xfrm>
          <a:prstGeom prst="ellipse">
            <a:avLst/>
          </a:prstGeom>
          <a:solidFill>
            <a:srgbClr val="6E6AA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0841B2F-523A-4C5D-9801-D57D20050470}"/>
              </a:ext>
            </a:extLst>
          </p:cNvPr>
          <p:cNvSpPr>
            <a:spLocks noGrp="1"/>
          </p:cNvSpPr>
          <p:nvPr/>
        </p:nvSpPr>
        <p:spPr>
          <a:xfrm>
            <a:off x="9334500" y="3886200"/>
            <a:ext cx="1866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纳入数智学工平台</a:t>
            </a: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E935AE80-AA58-48FF-9BA6-81AC583709D9}"/>
              </a:ext>
            </a:extLst>
          </p:cNvPr>
          <p:cNvSpPr>
            <a:spLocks noGrp="1"/>
          </p:cNvSpPr>
          <p:nvPr/>
        </p:nvSpPr>
        <p:spPr>
          <a:xfrm>
            <a:off x="9124950" y="4305300"/>
            <a:ext cx="95250" cy="95250"/>
          </a:xfrm>
          <a:prstGeom prst="ellipse">
            <a:avLst/>
          </a:prstGeom>
          <a:solidFill>
            <a:srgbClr val="6E6AA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819D749-EAD4-4C9B-8B31-8382D2603E35}"/>
              </a:ext>
            </a:extLst>
          </p:cNvPr>
          <p:cNvSpPr>
            <a:spLocks noGrp="1"/>
          </p:cNvSpPr>
          <p:nvPr/>
        </p:nvSpPr>
        <p:spPr>
          <a:xfrm>
            <a:off x="9334500" y="4248150"/>
            <a:ext cx="1866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形成周报/月报机制</a:t>
            </a:r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A5647366-BDEC-4C1F-B2A0-3AF14B4D3FA5}"/>
              </a:ext>
            </a:extLst>
          </p:cNvPr>
          <p:cNvSpPr>
            <a:spLocks noGrp="1"/>
          </p:cNvSpPr>
          <p:nvPr/>
        </p:nvSpPr>
        <p:spPr>
          <a:xfrm>
            <a:off x="9124950" y="4667250"/>
            <a:ext cx="95250" cy="95250"/>
          </a:xfrm>
          <a:prstGeom prst="ellipse">
            <a:avLst/>
          </a:prstGeom>
          <a:solidFill>
            <a:srgbClr val="6E6AA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B419B10C-52F5-44EF-8443-C43CC4346A39}"/>
              </a:ext>
            </a:extLst>
          </p:cNvPr>
          <p:cNvSpPr>
            <a:spLocks noGrp="1"/>
          </p:cNvSpPr>
          <p:nvPr/>
        </p:nvSpPr>
        <p:spPr>
          <a:xfrm>
            <a:off x="9334500" y="4610100"/>
            <a:ext cx="1866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逐步扩大场景与范围</a:t>
            </a:r>
          </a:p>
        </p:txBody>
      </p:sp>
      <p:sp>
        <p:nvSpPr>
          <p:cNvPr id="62" name="圆角矩形 61">
            <a:extLst>
              <a:ext uri="{FF2B5EF4-FFF2-40B4-BE49-F238E27FC236}">
                <a16:creationId xmlns:a16="http://schemas.microsoft.com/office/drawing/2014/main" id="{B8FCEE02-7BD2-421D-92E2-01A4B950FFA0}"/>
              </a:ext>
            </a:extLst>
          </p:cNvPr>
          <p:cNvSpPr>
            <a:spLocks noGrp="1"/>
          </p:cNvSpPr>
          <p:nvPr/>
        </p:nvSpPr>
        <p:spPr>
          <a:xfrm>
            <a:off x="9105900" y="5067300"/>
            <a:ext cx="1847850" cy="266700"/>
          </a:xfrm>
          <a:prstGeom prst="roundRect">
            <a:avLst>
              <a:gd name="adj" fmla="val 28571"/>
            </a:avLst>
          </a:prstGeom>
          <a:solidFill>
            <a:srgbClr val="EEF5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6A5B8275-0F73-4CAA-9D33-F110830EDAA4}"/>
              </a:ext>
            </a:extLst>
          </p:cNvPr>
          <p:cNvSpPr>
            <a:spLocks noGrp="1"/>
          </p:cNvSpPr>
          <p:nvPr/>
        </p:nvSpPr>
        <p:spPr>
          <a:xfrm>
            <a:off x="9105900" y="5076825"/>
            <a:ext cx="18478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25" b="1">
                <a:solidFill>
                  <a:srgbClr val="6E6AA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6E6AA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机制固化、可持续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45AB090C-7A0A-4524-B696-6E82683323BC}"/>
              </a:ext>
            </a:extLst>
          </p:cNvPr>
          <p:cNvSpPr>
            <a:spLocks noGrp="1"/>
          </p:cNvSpPr>
          <p:nvPr/>
        </p:nvSpPr>
        <p:spPr>
          <a:xfrm>
            <a:off x="1943100" y="5905500"/>
            <a:ext cx="8305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75" b="1">
                <a:solidFill>
                  <a:srgbClr val="124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试运行范围建议：场景少而关键、学院小而有代表性、反馈结构化、发现问题可随时停用回退。</a:t>
            </a:r>
          </a:p>
        </p:txBody>
      </p:sp>
    </p:spTree>
    <p:extLst>
      <p:ext uri="{BB962C8B-B14F-4D97-AF65-F5344CB8AC3E}">
        <p14:creationId xmlns:p14="http://schemas.microsoft.com/office/powerpoint/2010/main" val="6329086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23-marker">
            <a:extLst>
              <a:ext uri="{FF2B5EF4-FFF2-40B4-BE49-F238E27FC236}">
                <a16:creationId xmlns:a16="http://schemas.microsoft.com/office/drawing/2014/main" id="{6511BB6A-8CBF-4861-BFE2-6DC2B5F0CC3C}"/>
              </a:ext>
            </a:extLst>
          </p:cNvPr>
          <p:cNvSpPr>
            <a:spLocks noGrp="1"/>
          </p:cNvSpPr>
          <p:nvPr/>
        </p:nvSpPr>
        <p:spPr>
          <a:xfrm>
            <a:off x="514350" y="419100"/>
            <a:ext cx="76200" cy="76200"/>
          </a:xfrm>
          <a:prstGeom prst="ellipse">
            <a:avLst/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3-label">
            <a:extLst>
              <a:ext uri="{FF2B5EF4-FFF2-40B4-BE49-F238E27FC236}">
                <a16:creationId xmlns:a16="http://schemas.microsoft.com/office/drawing/2014/main" id="{6FDEF0CC-3827-4C17-83FE-D575A507D51F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75" b="1">
                <a:solidFill>
                  <a:srgbClr val="1597A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597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预期价值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E045439-5A74-4927-A4E3-0ADB2DF1D726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477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625" b="1">
                <a:solidFill>
                  <a:srgbClr val="0B26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 dirty="0" err="1">
                <a:solidFill>
                  <a:srgbClr val="0B263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以更早洞察、更暖抵达、更清治理，持续提升学生关爱质量与学校数智治理能力</a:t>
            </a:r>
            <a:endParaRPr sz="2625" b="1" dirty="0">
              <a:solidFill>
                <a:srgbClr val="0B263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02FC277-7A00-47A6-BAA0-7EF1DC2F3A78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0">
                <a:solidFill>
                  <a:srgbClr val="78909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0" dirty="0" err="1">
                <a:solidFill>
                  <a:srgbClr val="78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学林知微</a:t>
            </a:r>
            <a:r>
              <a:rPr sz="750" b="0" dirty="0">
                <a:solidFill>
                  <a:srgbClr val="78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 </a:t>
            </a:r>
            <a:r>
              <a:rPr sz="750" b="0" dirty="0" err="1">
                <a:solidFill>
                  <a:srgbClr val="78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ScholarSense</a:t>
            </a:r>
            <a:r>
              <a:rPr sz="750" b="0" dirty="0">
                <a:solidFill>
                  <a:srgbClr val="78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 · </a:t>
            </a:r>
            <a:r>
              <a:rPr sz="750" b="0" dirty="0" err="1">
                <a:solidFill>
                  <a:srgbClr val="78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学生成长洞察与关爱协同</a:t>
            </a:r>
            <a:endParaRPr sz="750" b="0" dirty="0">
              <a:solidFill>
                <a:srgbClr val="78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FB2B0B7-B9BE-43D4-86FB-C6712C669C6C}"/>
              </a:ext>
            </a:extLst>
          </p:cNvPr>
          <p:cNvSpPr>
            <a:spLocks noGrp="1"/>
          </p:cNvSpPr>
          <p:nvPr/>
        </p:nvSpPr>
        <p:spPr>
          <a:xfrm>
            <a:off x="11334750" y="64579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1">
                <a:solidFill>
                  <a:srgbClr val="78909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78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23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719645CB-BC3A-40B4-BA4F-C83DFFD21AEA}"/>
              </a:ext>
            </a:extLst>
          </p:cNvPr>
          <p:cNvSpPr>
            <a:spLocks noGrp="1"/>
          </p:cNvSpPr>
          <p:nvPr/>
        </p:nvSpPr>
        <p:spPr>
          <a:xfrm>
            <a:off x="514350" y="1866900"/>
            <a:ext cx="2571750" cy="1866900"/>
          </a:xfrm>
          <a:prstGeom prst="roundRect">
            <a:avLst>
              <a:gd name="adj" fmla="val 4082"/>
            </a:avLst>
          </a:prstGeom>
          <a:solidFill>
            <a:srgbClr val="F7FAFB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CD81B744-7C7D-4B4F-A616-935EBB5B592F}"/>
              </a:ext>
            </a:extLst>
          </p:cNvPr>
          <p:cNvSpPr>
            <a:spLocks noGrp="1"/>
          </p:cNvSpPr>
          <p:nvPr/>
        </p:nvSpPr>
        <p:spPr>
          <a:xfrm>
            <a:off x="1390650" y="2095500"/>
            <a:ext cx="819150" cy="819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FAF83"/>
            </a:solidFill>
            <a:prstDash val="solid"/>
          </a:ln>
        </p:spPr>
      </p:sp>
      <p:pic>
        <p:nvPicPr>
          <p:cNvPr id="56" name="图形 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628775" y="2333625"/>
            <a:ext cx="342900" cy="3429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AC801F94-E41C-4DA4-ACDF-D958153D2EA0}"/>
              </a:ext>
            </a:extLst>
          </p:cNvPr>
          <p:cNvSpPr>
            <a:spLocks noGrp="1"/>
          </p:cNvSpPr>
          <p:nvPr/>
        </p:nvSpPr>
        <p:spPr>
          <a:xfrm>
            <a:off x="742950" y="3048000"/>
            <a:ext cx="2114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425" b="1">
                <a:solidFill>
                  <a:srgbClr val="4FAF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4FAF8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学生侧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FD60A4C-1AA1-4FD4-93CF-B48DA130150E}"/>
              </a:ext>
            </a:extLst>
          </p:cNvPr>
          <p:cNvSpPr>
            <a:spLocks noGrp="1"/>
          </p:cNvSpPr>
          <p:nvPr/>
        </p:nvSpPr>
        <p:spPr>
          <a:xfrm>
            <a:off x="742950" y="3371850"/>
            <a:ext cx="21145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变化早看见</a:t>
            </a:r>
          </a:p>
          <a:p>
            <a:pPr algn="ctr">
              <a:buNone/>
              <a:defRPr sz="105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关爱更及时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7FBE86F7-71F1-4277-8168-938B06119DAD}"/>
              </a:ext>
            </a:extLst>
          </p:cNvPr>
          <p:cNvSpPr>
            <a:spLocks noGrp="1"/>
          </p:cNvSpPr>
          <p:nvPr/>
        </p:nvSpPr>
        <p:spPr>
          <a:xfrm>
            <a:off x="3314700" y="1866900"/>
            <a:ext cx="2571750" cy="1866900"/>
          </a:xfrm>
          <a:prstGeom prst="roundRect">
            <a:avLst>
              <a:gd name="adj" fmla="val 4082"/>
            </a:avLst>
          </a:prstGeom>
          <a:solidFill>
            <a:srgbClr val="F7FAFB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EF921A52-22B1-4A5C-A9F4-59FCEA65209A}"/>
              </a:ext>
            </a:extLst>
          </p:cNvPr>
          <p:cNvSpPr>
            <a:spLocks noGrp="1"/>
          </p:cNvSpPr>
          <p:nvPr/>
        </p:nvSpPr>
        <p:spPr>
          <a:xfrm>
            <a:off x="4191000" y="2095500"/>
            <a:ext cx="819150" cy="819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97A8"/>
            </a:solidFill>
            <a:prstDash val="solid"/>
          </a:ln>
        </p:spPr>
      </p:sp>
      <p:pic>
        <p:nvPicPr>
          <p:cNvPr id="61" name="图形 1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4429125" y="2333625"/>
            <a:ext cx="342900" cy="342900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08D39453-24D5-4B38-96D9-8DF383DB35ED}"/>
              </a:ext>
            </a:extLst>
          </p:cNvPr>
          <p:cNvSpPr>
            <a:spLocks noGrp="1"/>
          </p:cNvSpPr>
          <p:nvPr/>
        </p:nvSpPr>
        <p:spPr>
          <a:xfrm>
            <a:off x="3543300" y="3048000"/>
            <a:ext cx="2114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425" b="1">
                <a:solidFill>
                  <a:srgbClr val="1597A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597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辅导员侧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9B3213B-CF19-46F0-9996-FF0582053F04}"/>
              </a:ext>
            </a:extLst>
          </p:cNvPr>
          <p:cNvSpPr>
            <a:spLocks noGrp="1"/>
          </p:cNvSpPr>
          <p:nvPr/>
        </p:nvSpPr>
        <p:spPr>
          <a:xfrm>
            <a:off x="3543300" y="3371850"/>
            <a:ext cx="21145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减少人工排查</a:t>
            </a:r>
          </a:p>
          <a:p>
            <a:pPr algn="ctr">
              <a:buNone/>
              <a:defRPr sz="105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聚焦重点核实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C5F1D56A-C1D7-4DB1-9E8F-EA8D18A67616}"/>
              </a:ext>
            </a:extLst>
          </p:cNvPr>
          <p:cNvSpPr>
            <a:spLocks noGrp="1"/>
          </p:cNvSpPr>
          <p:nvPr/>
        </p:nvSpPr>
        <p:spPr>
          <a:xfrm>
            <a:off x="6115050" y="1866900"/>
            <a:ext cx="2571750" cy="1866900"/>
          </a:xfrm>
          <a:prstGeom prst="roundRect">
            <a:avLst>
              <a:gd name="adj" fmla="val 4082"/>
            </a:avLst>
          </a:prstGeom>
          <a:solidFill>
            <a:srgbClr val="F7FAFB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0FEE781A-B4BC-4678-A5F0-566FD41ACE13}"/>
              </a:ext>
            </a:extLst>
          </p:cNvPr>
          <p:cNvSpPr>
            <a:spLocks noGrp="1"/>
          </p:cNvSpPr>
          <p:nvPr/>
        </p:nvSpPr>
        <p:spPr>
          <a:xfrm>
            <a:off x="6991350" y="2095500"/>
            <a:ext cx="819150" cy="819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24E78"/>
            </a:solidFill>
            <a:prstDash val="solid"/>
          </a:ln>
        </p:spPr>
      </p:sp>
      <p:pic>
        <p:nvPicPr>
          <p:cNvPr id="66" name="图形 18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7229475" y="2333625"/>
            <a:ext cx="342900" cy="342900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703CC229-DDF9-4397-A482-61FC006BAD02}"/>
              </a:ext>
            </a:extLst>
          </p:cNvPr>
          <p:cNvSpPr>
            <a:spLocks noGrp="1"/>
          </p:cNvSpPr>
          <p:nvPr/>
        </p:nvSpPr>
        <p:spPr>
          <a:xfrm>
            <a:off x="6343650" y="3048000"/>
            <a:ext cx="2114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425" b="1">
                <a:solidFill>
                  <a:srgbClr val="124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学院侧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41F313B-C16C-4A0A-9556-E3876D1AFC47}"/>
              </a:ext>
            </a:extLst>
          </p:cNvPr>
          <p:cNvSpPr>
            <a:spLocks noGrp="1"/>
          </p:cNvSpPr>
          <p:nvPr/>
        </p:nvSpPr>
        <p:spPr>
          <a:xfrm>
            <a:off x="6343650" y="3371850"/>
            <a:ext cx="21145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重点关怀更清晰</a:t>
            </a:r>
          </a:p>
          <a:p>
            <a:pPr algn="ctr">
              <a:buNone/>
              <a:defRPr sz="105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协同更有抓手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5E580BFC-B2F2-431B-9A08-C072F00093D5}"/>
              </a:ext>
            </a:extLst>
          </p:cNvPr>
          <p:cNvSpPr>
            <a:spLocks noGrp="1"/>
          </p:cNvSpPr>
          <p:nvPr/>
        </p:nvSpPr>
        <p:spPr>
          <a:xfrm>
            <a:off x="8915400" y="1866900"/>
            <a:ext cx="2571750" cy="1866900"/>
          </a:xfrm>
          <a:prstGeom prst="roundRect">
            <a:avLst>
              <a:gd name="adj" fmla="val 4082"/>
            </a:avLst>
          </a:prstGeom>
          <a:solidFill>
            <a:srgbClr val="F7FAFB"/>
          </a:solidFill>
          <a:ln w="9525">
            <a:solidFill>
              <a:srgbClr val="D7E3E8"/>
            </a:solidFill>
            <a:prstDash val="solid"/>
          </a:ln>
        </p:spPr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9D07D3A7-8E86-49BC-8DB4-A7A9E81CA261}"/>
              </a:ext>
            </a:extLst>
          </p:cNvPr>
          <p:cNvSpPr>
            <a:spLocks noGrp="1"/>
          </p:cNvSpPr>
          <p:nvPr/>
        </p:nvSpPr>
        <p:spPr>
          <a:xfrm>
            <a:off x="9791700" y="2095500"/>
            <a:ext cx="819150" cy="819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6AAE"/>
            </a:solidFill>
            <a:prstDash val="solid"/>
          </a:ln>
        </p:spPr>
      </p:sp>
      <p:pic>
        <p:nvPicPr>
          <p:cNvPr id="71" name="图形 23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10029825" y="2333625"/>
            <a:ext cx="342900" cy="342900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D9808688-7972-4917-A99D-F06BA11A2648}"/>
              </a:ext>
            </a:extLst>
          </p:cNvPr>
          <p:cNvSpPr>
            <a:spLocks noGrp="1"/>
          </p:cNvSpPr>
          <p:nvPr/>
        </p:nvSpPr>
        <p:spPr>
          <a:xfrm>
            <a:off x="9144000" y="3048000"/>
            <a:ext cx="2114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425" b="1">
                <a:solidFill>
                  <a:srgbClr val="6E6AA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6E6AA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学校侧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533BE41-99AC-462F-92A7-5A0302A95EE0}"/>
              </a:ext>
            </a:extLst>
          </p:cNvPr>
          <p:cNvSpPr>
            <a:spLocks noGrp="1"/>
          </p:cNvSpPr>
          <p:nvPr/>
        </p:nvSpPr>
        <p:spPr>
          <a:xfrm>
            <a:off x="9144000" y="3371850"/>
            <a:ext cx="21145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态势可研判</a:t>
            </a:r>
          </a:p>
          <a:p>
            <a:pPr algn="ctr">
              <a:buNone/>
              <a:defRPr sz="1050" b="1">
                <a:solidFill>
                  <a:srgbClr val="17313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731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过程可追踪、结果可复盘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D933EB7C-8585-4956-81DD-09B37B7219FC}"/>
              </a:ext>
            </a:extLst>
          </p:cNvPr>
          <p:cNvSpPr>
            <a:spLocks noGrp="1"/>
          </p:cNvSpPr>
          <p:nvPr/>
        </p:nvSpPr>
        <p:spPr>
          <a:xfrm>
            <a:off x="514350" y="4095750"/>
            <a:ext cx="11163300" cy="1562100"/>
          </a:xfrm>
          <a:prstGeom prst="roundRect">
            <a:avLst>
              <a:gd name="adj" fmla="val 4878"/>
            </a:avLst>
          </a:prstGeom>
          <a:solidFill>
            <a:srgbClr val="0B26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ACB2C02-96D6-4245-8FFB-212093636EDD}"/>
              </a:ext>
            </a:extLst>
          </p:cNvPr>
          <p:cNvSpPr>
            <a:spLocks noGrp="1"/>
          </p:cNvSpPr>
          <p:nvPr/>
        </p:nvSpPr>
        <p:spPr>
          <a:xfrm>
            <a:off x="800100" y="434340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79D7D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79D7D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建议领导协调的四件事</a:t>
            </a: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1B563885-C94E-4C7C-8F70-86EF79AADF7F}"/>
              </a:ext>
            </a:extLst>
          </p:cNvPr>
          <p:cNvSpPr>
            <a:spLocks noGrp="1"/>
          </p:cNvSpPr>
          <p:nvPr/>
        </p:nvSpPr>
        <p:spPr>
          <a:xfrm>
            <a:off x="800100" y="4895850"/>
            <a:ext cx="323850" cy="323850"/>
          </a:xfrm>
          <a:prstGeom prst="ellipse">
            <a:avLst/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9A4FB8D-D000-41CB-9BCC-9C58D626E38A}"/>
              </a:ext>
            </a:extLst>
          </p:cNvPr>
          <p:cNvSpPr>
            <a:spLocks noGrp="1"/>
          </p:cNvSpPr>
          <p:nvPr/>
        </p:nvSpPr>
        <p:spPr>
          <a:xfrm>
            <a:off x="800100" y="4895850"/>
            <a:ext cx="323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1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1FB2132-0189-47FE-8423-1E72574E9119}"/>
              </a:ext>
            </a:extLst>
          </p:cNvPr>
          <p:cNvSpPr>
            <a:spLocks noGrp="1"/>
          </p:cNvSpPr>
          <p:nvPr/>
        </p:nvSpPr>
        <p:spPr>
          <a:xfrm>
            <a:off x="1238250" y="4829175"/>
            <a:ext cx="2000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250000"/>
              </a:lnSpc>
              <a:buNone/>
              <a:defRPr sz="9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明确学工牵头与跨部门工作组</a:t>
            </a:r>
            <a:endParaRPr sz="975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388A2D3E-AE12-4850-895C-B2FE52C62D09}"/>
              </a:ext>
            </a:extLst>
          </p:cNvPr>
          <p:cNvSpPr>
            <a:spLocks noGrp="1"/>
          </p:cNvSpPr>
          <p:nvPr/>
        </p:nvSpPr>
        <p:spPr>
          <a:xfrm>
            <a:off x="3448050" y="4895850"/>
            <a:ext cx="323850" cy="323850"/>
          </a:xfrm>
          <a:prstGeom prst="ellipse">
            <a:avLst/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12187EA-1997-4E37-9321-4ADC8E8262B6}"/>
              </a:ext>
            </a:extLst>
          </p:cNvPr>
          <p:cNvSpPr>
            <a:spLocks noGrp="1"/>
          </p:cNvSpPr>
          <p:nvPr/>
        </p:nvSpPr>
        <p:spPr>
          <a:xfrm>
            <a:off x="3448050" y="4895850"/>
            <a:ext cx="323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2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9F65A6E-7C6C-4314-A6E8-DBC07690B56A}"/>
              </a:ext>
            </a:extLst>
          </p:cNvPr>
          <p:cNvSpPr>
            <a:spLocks noGrp="1"/>
          </p:cNvSpPr>
          <p:nvPr/>
        </p:nvSpPr>
        <p:spPr>
          <a:xfrm>
            <a:off x="3886200" y="4829175"/>
            <a:ext cx="2000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250000"/>
              </a:lnSpc>
              <a:buNone/>
              <a:defRPr sz="9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授权首批必要数据和质量责任人</a:t>
            </a: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A8D0A8C6-4ED5-4420-8107-F26CB4E8A324}"/>
              </a:ext>
            </a:extLst>
          </p:cNvPr>
          <p:cNvSpPr>
            <a:spLocks noGrp="1"/>
          </p:cNvSpPr>
          <p:nvPr/>
        </p:nvSpPr>
        <p:spPr>
          <a:xfrm>
            <a:off x="6096000" y="4895850"/>
            <a:ext cx="323850" cy="323850"/>
          </a:xfrm>
          <a:prstGeom prst="ellipse">
            <a:avLst/>
          </a:prstGeom>
          <a:solidFill>
            <a:srgbClr val="1597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E0047AB-27E5-41F7-9266-A4566B91B677}"/>
              </a:ext>
            </a:extLst>
          </p:cNvPr>
          <p:cNvSpPr>
            <a:spLocks noGrp="1"/>
          </p:cNvSpPr>
          <p:nvPr/>
        </p:nvSpPr>
        <p:spPr>
          <a:xfrm>
            <a:off x="6096000" y="4895850"/>
            <a:ext cx="323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3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B9CBCFA-FE60-4C72-82B9-5A45613C25E0}"/>
              </a:ext>
            </a:extLst>
          </p:cNvPr>
          <p:cNvSpPr>
            <a:spLocks noGrp="1"/>
          </p:cNvSpPr>
          <p:nvPr/>
        </p:nvSpPr>
        <p:spPr>
          <a:xfrm>
            <a:off x="6534150" y="4829175"/>
            <a:ext cx="2000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250000"/>
              </a:lnSpc>
              <a:buNone/>
              <a:defRPr sz="9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确定1-2个学院开展试运行</a:t>
            </a: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89C329C4-13D6-4BE5-9EB6-F040F45B9D78}"/>
              </a:ext>
            </a:extLst>
          </p:cNvPr>
          <p:cNvSpPr>
            <a:spLocks noGrp="1"/>
          </p:cNvSpPr>
          <p:nvPr/>
        </p:nvSpPr>
        <p:spPr>
          <a:xfrm>
            <a:off x="8743950" y="4895850"/>
            <a:ext cx="323850" cy="323850"/>
          </a:xfrm>
          <a:prstGeom prst="ellipse">
            <a:avLst/>
          </a:prstGeom>
          <a:solidFill>
            <a:srgbClr val="4FAF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660606D-B637-44F0-8716-F35765008518}"/>
              </a:ext>
            </a:extLst>
          </p:cNvPr>
          <p:cNvSpPr>
            <a:spLocks noGrp="1"/>
          </p:cNvSpPr>
          <p:nvPr/>
        </p:nvSpPr>
        <p:spPr>
          <a:xfrm>
            <a:off x="8743950" y="4895850"/>
            <a:ext cx="323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4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299DB68-C6BD-4B3F-A796-DEE3BF7030AA}"/>
              </a:ext>
            </a:extLst>
          </p:cNvPr>
          <p:cNvSpPr>
            <a:spLocks noGrp="1"/>
          </p:cNvSpPr>
          <p:nvPr/>
        </p:nvSpPr>
        <p:spPr>
          <a:xfrm>
            <a:off x="9182100" y="4829175"/>
            <a:ext cx="2000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50000"/>
              </a:lnSpc>
              <a:buNone/>
              <a:defRPr sz="9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确立人工初审、隐私保护和效果验收底线</a:t>
            </a:r>
            <a:endParaRPr sz="975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Hiragino Sans GB"/>
            </a:endParaRPr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E3C0F6A3-FAB2-4B81-A196-EE55CD8781AC}"/>
              </a:ext>
            </a:extLst>
          </p:cNvPr>
          <p:cNvSpPr>
            <a:spLocks noGrp="1"/>
          </p:cNvSpPr>
          <p:nvPr/>
        </p:nvSpPr>
        <p:spPr>
          <a:xfrm>
            <a:off x="3905250" y="5924550"/>
            <a:ext cx="4381500" cy="266700"/>
          </a:xfrm>
          <a:prstGeom prst="roundRect">
            <a:avLst>
              <a:gd name="adj" fmla="val 28571"/>
            </a:avLst>
          </a:prstGeom>
          <a:solidFill>
            <a:srgbClr val="EAF4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D839D0C-00D7-4D48-856A-A463D9859CC4}"/>
              </a:ext>
            </a:extLst>
          </p:cNvPr>
          <p:cNvSpPr>
            <a:spLocks noGrp="1"/>
          </p:cNvSpPr>
          <p:nvPr/>
        </p:nvSpPr>
        <p:spPr>
          <a:xfrm>
            <a:off x="3905250" y="5934075"/>
            <a:ext cx="4381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500" b="1">
                <a:solidFill>
                  <a:srgbClr val="124E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24E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Hiragino Sans GB"/>
              </a:rPr>
              <a:t>先把闭环跑通，再让模型变聪明</a:t>
            </a:r>
          </a:p>
        </p:txBody>
      </p:sp>
    </p:spTree>
    <p:extLst>
      <p:ext uri="{BB962C8B-B14F-4D97-AF65-F5344CB8AC3E}">
        <p14:creationId xmlns:p14="http://schemas.microsoft.com/office/powerpoint/2010/main" val="171042507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1374</Words>
  <Application>Microsoft Macintosh PowerPoint</Application>
  <DocSecurity>0</DocSecurity>
  <PresentationFormat>宽屏</PresentationFormat>
  <Paragraphs>581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5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Kelii Hall</cp:lastModifiedBy>
  <cp:revision>30</cp:revision>
  <dcterms:created xsi:type="dcterms:W3CDTF">2026-06-16T05:04:37Z</dcterms:created>
  <dcterms:modified xsi:type="dcterms:W3CDTF">2026-06-16T08:35:04Z</dcterms:modified>
</cp:coreProperties>
</file>